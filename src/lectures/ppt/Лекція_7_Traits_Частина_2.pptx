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7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Traits: Generics та Trait Objects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Статичний та динамічний поліморфізм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bounds • impl Trait • dyn Trait • Box&lt;dyn&gt;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поліморфні агенти, сенсори, команди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Trait bounds та trait objects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Trait як параметр функції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Trait bounds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where клаузи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Множинні bounds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impl Trait — повернення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Trait objects (dyn Trait)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Box&lt;dyn Trait&gt;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Статичний vs динамічний dispatch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Object safety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Supertraits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Associated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Поліморфні агенти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Абстракція сенсорів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Система команд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Плагіни поведінки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Практичні поради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Trait як параметр функції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Summary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summarize(&amp;self) -&gt;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Синтаксис 1: impl Trait (найпростіший)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notify(item: &amp;impl Summary)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println!("Breaking news! {}", item.summarize());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Синтаксис 2: Trait bound (більш явний)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notify&lt;T: Summary&gt;(item: &amp;T)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println!("Breaking news! {}", item.summarize());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Обидва варіанти еквівалентні!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Приймає будь-який тип, що реалізує Summary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article = Article { /* ... */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tweet = Tweet { /* ... */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notify(&amp;article);  // ✓ Article реалізує Summary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notify(&amp;tweet);    // ✓ Tweet реалізує Summary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Trait bounds детальніше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Trait bound — обмеження на тип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process&lt;T: Clone + Debug&gt;(item: 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copy = item.clone();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copy);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Різні bounds для різних параметрів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compare&lt;T: PartialOrd, U: Display&gt;(a: T, b: T, label: U)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 &lt; b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println!("{}: a &lt; b", label);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Bounds на асоційовані типи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sum&lt;I: Iterator&lt;Item = i32&gt;&gt;(iter: I) -&gt; 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iter.sum()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Bounds в impl блоках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impl&lt;T: Display + Clone&gt; MyStruct&lt;T&gt;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show(&amp;self)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println!("{}", self.value.clone());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where клаузи — читабельні bounds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where — важко читати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some_function&lt;T: Display + Clone, U: Clone + Debug&gt;(t: &amp;T, u: &amp;U) -&gt; 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where — набагато краще!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some_function&lt;T, U&gt;(t: &amp;T, u: &amp;U) -&gt; i32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 Display + Clone,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U: Clone + Debug,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where необхідний для складних bounds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complex&lt;T, U&gt;(t: T, u: U)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 Iterator,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T::Item: Display,  // Bound на асоційований тип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U: Fn(T::Item) -&gt; bool,  // Bound з closure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item in 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u(item)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println!("{}",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Множинні trait bounds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для комбінації traits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print_clone&lt;T: Display + Clone&gt;(item: &amp;T)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copy = item.clone();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copy);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Багато bounds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complex&lt;T&gt;(item: 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 Display + Debug + Clone + Send + Sync,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 має реалізувати ВСІ ці traits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Bounds з lifetimes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longest&lt;'a, T&gt;(x: &amp;'a T, y: &amp;'a T) -&gt; &amp;'a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 PartialOrd,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&gt; y { x } else { 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serialize_and_log&lt;T&gt;(item: &amp;T)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 Serialize + Debug,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log::debug!("Serializing: {:?}",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json = serde_json::to_string(item).unwrap();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impl Trait — повернення з функції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 Trait у позиції повернення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"Повертаю якийсь тип, що реалізує цей trait"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make_iterator() -&gt; impl Iterator&lt;Item = i32&gt;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vec![1, 2, 3].into_iter()  // Конкретний тип прихований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 складних типів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filtered_even() -&gt; impl Iterator&lt;Item = i32&gt;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(0..100).filter(|x| x % 2 ==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Без impl Trait: -&gt; std::iter::Filter&lt;std::ops::Range&lt;i32&gt;, fn(&amp;i32) -&gt; bool&gt;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closures (вони мають унікальний тип)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make_adder(n: i32) -&gt; impl Fn(i32) -&gt; 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|x| x + 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add_5 = make_adder(5);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add_5(10));  //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⚠️ impl Trait завжди один конкретний тип — не можна повертати різні типи!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Trait objects: dyn Trait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Animal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speak(&amp;self) -&gt;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Dog;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Cat;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Animal for Dog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speak(&amp;self) -&gt; String { "Woof!".to_string()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Animal for Cat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speak(&amp;self) -&gt; String { "Meow!".to_string()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dyn Trait — динамічний поліморфізм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Різні типи в одній колекції!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animals: Vec&lt;Box&lt;dyn Animal&gt;&gt; =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Box::new(Dog),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Box::new(Cat),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Box::new(Dog),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animal in &amp;animals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animal.speak());  // Woof!, Meow!, Woof!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dyn завжди через посилання або Box (розмір невідомий)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Box&lt;dyn Trait&gt; детальніше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Чому Box&lt;dyn Trait&gt;?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dyn Trait — "unsized" тип, розмір невідомий на компіляції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Не можна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animal: dyn Animal;  // Error: size not known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Через посилання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animal: &amp;dyn Animal = &amp;Dog;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Через Box (heap allocation)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animal: Box&lt;dyn Animal&gt; = Box::new(Dog);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Функція приймає trait object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make_sound(animal: &amp;dyn Animal)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animal.speak());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make_sound(&amp;Dog);  // Woof!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make_sound(&amp;Cat);  // Meow!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Функція повертає trait object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random_animal() -&gt; Box&lt;dyn Animal&gt;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rand::random()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Box::new(Dog)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Box::new(Cat)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Статичний vs Динамічний dispatch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Статичний (generics)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process&lt;T: Trait&gt;(x: 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Monomorphization — окрема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копія для кожного типу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Інлайн можливий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Нульовий runtime overhead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Більший бінарний розмір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Тип відомий на компіляції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868680"/>
            <a:ext cx="411480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422B"/>
                </a:solidFill>
              </a:rPr>
              <a:t>Динамічний (dyn)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process(x: &amp;dyn Trait)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Один екземпляр функції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Менший бінарний розмір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Тип визначається в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Vtable lookup кожен виклик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Немає інлайну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Невеликий overhead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363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Правило: generics за замовчуванням, dyn коли потрібна гетерогенна колекція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Object Safety — обмеження dyn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Не всі traits можуть бути trait objects!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Trait є object-safe якщо: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Методи не повертають Self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Методи не мають generic параметрів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Немає статичних методів (без self)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93192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Object-safe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54864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Draw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draw(&amp;self);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Можна: &amp;dyn Draw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965960"/>
            <a:ext cx="411480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011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НЕ object-safe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0916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Clone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clone(&amp;self) -&gt; Self;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Self — розмір невідомий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Clone не object-safe через Self у поверненні — компілятор повідомить!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Supertraits — наслідування traits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Supertrait — trait, що вимагає іншого trait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Animal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name(&amp;self) -&gt; &amp;str;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Pet вимагає Animal — "Pet: Animal"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Pet: Animal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owner(&amp;self) -&gt; &amp;str;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реалізації Pet потрібно реалізувати і Animal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Dog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owner: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Animal for Dog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name(&amp;self) -&gt; &amp;str { &amp;self.name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Pet for Dog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owner(&amp;self) -&gt; &amp;str { &amp;self.owner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Можна викликати методи обох traits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dog = Dog { name: "Rex".into(), owner: "Alice".into()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belongs to {}", dog.name(), dog.owner());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Associated types — асоційовані типи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Associated type — тип, визначений у trait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Iterator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Item;  // Асоційований тип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next(&amp;mut self) -&gt; Option&lt;Self::Item&gt;;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Реалізація визначає конкретний тип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Counter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Iterator for Counter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Item = u32;  // Item = u32 для Counter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next(&amp;mut self) -&gt; Option&lt;Self::Item&gt;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self.count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self.count &lt; 6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Some(self.count)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Чому не generics? trait Iterator&lt;T&gt; { fn next(&amp;mut self) -&gt; Option&lt;T&gt;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Бо тоді можна impl Iterator&lt;u32&gt; for X та impl Iterator&lt;String&gt; for 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Associated type — один Item на тип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Поліморфна колекція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id(&amp;self) -&gt; u32;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tick(&amp;mut self, world: &amp;World);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position(&amp;self) -&gt; Position;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GroundRobot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Satellite { /* ...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for Drone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for GroundRobot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for Satellite { /* ...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Гетерогенна колекція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Swarm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Vec&lt;Box&lt;dyn Agent&gt;&gt;,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tick_all(&amp;mut self, world: &amp;World)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agent in &amp;mut self.agents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agent.tick(world);  // Динамічний dispatch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add_agent(&amp;mut self, agent: Box&lt;dyn Agent&gt;)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self.agents.push(agent);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Абстракція сенсорів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Sensor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Reading;  // Асоційований тип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read(&amp;self) -&gt; Result&lt;Self::Reading, SensorError&gt;;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calibrate(&amp;mut self);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is_operational(&amp;self) -&gt; bool;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GpsSensor;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RadarSensor;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CameraSensor;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Sensor for GpsSensor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Reading = GpsCoordinates;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read(&amp;self) -&gt; Result&lt;GpsCoordinates, SensorError&gt;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calibrate(&amp;mut self)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is_operational(&amp;self) -&gt; bool { true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Sensor for RadarSensor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Reading = RadarScan;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read(&amp;self) -&gt; Result&lt;RadarScan, SensorError&gt;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calibrate(&amp;mut self)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is_operational(&amp;self) -&gt; bool { true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Функція працює з будь-яким сенсором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read_sensor&lt;S: Sensor&gt;(sensor: &amp;S) -&gt; Result&lt;S::Reading, SensorError&gt;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sensor.read()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Поліморфна система команд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Command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execute(&amp;self, drone: &amp;mut Drone) -&gt; Result&lt;(), CommandError&gt;;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can_execute(&amp;self, drone: &amp;Drone) -&gt; bool;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priority(&amp;self) -&gt; u8 { 5 }  // Default priority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TakeOffCommand;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FlyToCommand { destination: Position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LandCommand;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ScanAreaCommand { area: Area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Command for TakeOffCommand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execute(&amp;self, drone: &amp;mut Drone) -&gt; Result&lt;(), CommandError&gt;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drone.set_state(DroneState::Flying);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can_execute(&amp;self, drone: &amp;Drone)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drone.state == DroneState::Landed &amp;&amp; drone.battery &gt; 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Черга команд — гетерогенна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CommandQueue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commands: Vec&lt;Box&lt;dyn Command&gt;&gt;,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Виконання черги команд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CommandQueue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CommandQueue { commands: Vec::new()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enqueue(&amp;mut self, cmd: Box&lt;dyn Command&gt;)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self.commands.push(cmd);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Сортуємо за пріоритетом (вищий — перший)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self.commands.sort_by(|a, b| b.priority().cmp(&amp;a.priority()));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execute_next(&amp;mut self, drone: &amp;mut Drone) -&gt; Option&lt;Result&lt;(), CommandError&gt;&gt;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Знайти першу команду, що може виконатись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idx = self.commands.iter()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.position(|cmd| cmd.can_execute(drone))?;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cmd = self.commands.remove(idx);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Some(cmd.execute(drone))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execute_all(&amp;mut self, drone: &amp;mut Drone)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let Some(result) = self.execute_next(drone)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Err(e) =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log::error!("Command failed: {:?}", 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Плагіни поведінки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Behavior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name(&amp;self) -&gt; &amp;str;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evaluate(&amp;self, agent: &amp;Drone, world: &amp;World) -&gt; Option&lt;Action&gt;;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priority(&amp;self) -&gt; u8;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AvoidObstacles;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ReturnToBase;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FollowPath;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AttackTarget;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Behavior for AvoidObstacles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name(&amp;self) -&gt; &amp;str { "AvoidObstacles"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priority(&amp;self) -&gt; u8 { 10 }  // Найвищий пріоритет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evaluate(&amp;self, agent: &amp;Drone, world: &amp;World) -&gt; Option&lt;Action&gt;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Some(obstacle) = world.nearest_obstacle(agent.position())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obstacle.distance &lt; 10.0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Some(Action::Evade(obstacle.direction.opposite()));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None  // Не активується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Subsumption architecture — поведінки за пріоритетом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BehaviorManager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behaviors: Vec&lt;Box&lt;dyn Behavior&gt;&gt;,  // Відсортовані за priority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Менеджер поведінки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BehaviorManager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BehaviorManager { behaviors: Vec::new()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add_behavior(&amp;mut self, behavior: Box&lt;dyn Behavior&gt;)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self.behaviors.push(behavior);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self.behaviors.sort_by(|a, b| b.priority().cmp(&amp;a.priority()));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Subsumption: повертає дію від найпріоритетнішої активної поведінки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select_action(&amp;self, agent: &amp;Drone, world: &amp;World) -&gt; Action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behavior in &amp;self.behaviors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Some(action) = behavior.evaluate(agent, world)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log::debug!("Behavior '{}' activated", behavior.name());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action;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Action::Idle  // Жодна поведінка не активувалась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manager = BehaviorManager::new();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manager.add_behavior(Box::new(AvoidObstacles));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manager.add_behavior(Box::new(ReturnToBase));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manager.add_behavior(Box::new(FollowPath));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action = manager.select_action(&amp;drone, &amp;world);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Абстракція протоколу комунікації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CommunicationProtocol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send(&amp;self, target: AgentId, message: &amp;Message) -&gt; Result&lt;(), CommError&gt;;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receive(&amp;self) -&gt; Option&lt;(AgentId, Message)&gt;;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broadcast(&amp;self, message: &amp;Message) -&gt; Result&lt;(), CommError&gt;;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range(&amp;self) -&gt; f64;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RadioProtocol { frequency: f64, power: f64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LaserProtocol { bandwidth: u32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AcousticProtocol { /* for underwater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CommunicationProtocol for RadioProtocol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send(&amp;self, target: AgentId, msg: &amp;Message) -&gt; Result&lt;(), CommError&gt;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receive(&amp;self) -&gt; Option&lt;(AgentId, Message)&gt;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broadcast(&amp;self, msg: &amp;Message) -&gt; Result&lt;(), CommError&gt;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range(&amp;self) -&gt; f64 { self.power * 100.0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Дрон може використовувати будь-який протокол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comm: Box&lt;dyn CommunicationProtocol&gt;,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Практичні поради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Використовуйте generics за замовчуванням (zero-cost)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dyn Trait — для гетерогенних колекцій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derive де можливо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Маленькі, фокусовані traits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Default реалізації для зручності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створюйте "God traits" з десятками методів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використовуйте dyn без потреби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забувайте про object safety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trait Agent — базова абстракція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trait Sensor — уніфікація сенсорів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trait Command — поліморфні команди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trait Behavior — плагіни поведінки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Коли що використовувати?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Ситуація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Підхід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Приклад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Один тип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Конкретний тип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process(d: Drone)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Один trait, відомий тип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impl Trait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f(x: impl Display)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Гнучкість + performance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Generics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f&lt;T: Trait&gt;(x: 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Гетерогенна колекція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dyn Trait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Vec&lt;Box&lt;dyn Agent&gt;&gt;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Повернення різних типів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Box&lt;dyn Trait&gt;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-&gt; Box&lt;dyn Animal&gt;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Приховати тип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impl Trait return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-&gt; impl Iterator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971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Generics = compile-time, dyn = runtime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Основні стандартні traits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6517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Trait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Методи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derive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Display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fmt(&amp;self, f)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Debug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fmt(&amp;self, f)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Clone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clone(&amp;self) -&gt; Self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Copy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(marker)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PartialEq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eq(&amp;self, other) -&gt; bool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Eq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(marker, requires PartialEq)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PartialOrd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partial_cmp() -&gt; Option&lt;Ordering&gt;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cmp() -&gt; Ordering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default() -&gt; Self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Hash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hash(&amp;self, state)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Traits — поліморфізм у Rust: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Спільна поведінка без наслідування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derive для автоматичної реалізації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Trait bounds: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&lt;T: Trait&gt; — обмеження на generics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where клаузи для читабельності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impl Trait для спрощення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Trait objects (dyn):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Динамічний поліморфізм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Гетерогенні колекції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Object safety обмеження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Agent, Sensor, Command, Behavior traits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Generics — параметричний поліморфізм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Базове: Створіть trait Shape з методами area() та perimeter().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Реалізуйте для Circle, Rectangle, Triangle.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Display/Debug: Реалізуйте Display та Debug для структури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DroneStatus { id, position, battery, state }.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Поліморфізм: Створіть систему сенсорів: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trait Sensor з read(), calibrate()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Різні типи сенсорів (GPS, Radar, Camera)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Колекція Box&lt;dyn Sensor&gt;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МАС: Реалізуйте trait Agent та BehaviorManager: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Мінімум 3 різні поведінки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Subsumption architecture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Симуляція з кількома агентами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Дякую за увагу!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Traits • Generics • dyn Trait • Bounds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Traits Частина 2</dc:title>
  <dc:subject>PptxGenJS Presentation</dc:subject>
  <dc:creator>О.С. Бичков</dc:creator>
  <cp:lastModifiedBy>О.С. Бичков</cp:lastModifiedBy>
  <cp:revision>1</cp:revision>
  <dcterms:created xsi:type="dcterms:W3CDTF">2026-01-02T17:17:53Z</dcterms:created>
  <dcterms:modified xsi:type="dcterms:W3CDTF">2026-01-02T17:17:53Z</dcterms:modified>
</cp:coreProperties>
</file>