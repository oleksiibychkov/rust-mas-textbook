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23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ECS: bevy_ecs та практика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Ресурси, події, команди, повна симуляція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Resource • Event • Commands • Schedule • Plugin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Повна симуляція рою БПЛА на bevy_ecs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Практична реалізація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bevy_ecs огляд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Cargo.toml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Resource (Ресурс)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Event (Подія)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Commands (Команди)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Schedule (Розклад)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SystemSet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Plugin (Плагін)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Change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🤖 Повна симуляція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Система координації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Виявлення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Формації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Testing ECS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Performance tips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bevy_ecs — огляд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bevy_ecs — ECS бібліотека з екосистеми Bevy Game Engine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bevy_ecs: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Production-ready та активно підтримується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Відмінна документація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Можна використовувати без Bevy (headless)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Ергономічний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Вбудована паралелізація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Change detection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Альтернативи: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hecs — мінімалістичний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legion — потужний, складніший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specs — класичний, менш активний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788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bevy_ecs = "0.12"  # Можна без повного Bevy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Cargo.toml для ECS симуляції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[package]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"drone_swarm_ecs"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"1.0.0"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edition = "2021"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bevy_ecs = "0.12"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glam = "0.25"  # Vec3, Quat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= "0.8"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Serialization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serde = { version = "1", features = ["derive"]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tracing-subscriber = "0.3"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= { version = "1", features = ["v4"]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[dev-dependencies]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= "0.5"  # Benchmarks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[[bench]]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"simulation"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 = false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Resource (Ресурс)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Resource — глобальні дані, спільні для всіх систем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Конфігурація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Час симуляції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Глобальний стан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Зовнішні сервіси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83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bevy_ecs::system::Resource;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#[derive(Resource)]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SimulationTime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elapsed: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delta: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#[derive(Resource)]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drone_count: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area_size: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tick_rate: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#[derive(Resource, 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active_drones: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targets_detected: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missions_completed: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Доступ в системі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update_time(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time: ResMut&lt;SimulationTime&gt;,  // Мутабельний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Res&lt;SwarmConfig&gt;,          // Read-only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time.elapsed += time.delta;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time.tick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Додавання ресурсу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world.insert_resource(SimulationTime::default());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world.insert_resource(SwarmConfig { drone_count: 100, area_size: 1000.0, tick_rate: 60.0 });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 (Подія)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Event — механізм комунікації між системами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Типізовані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Буферизуються між кадрами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Декілька читачів можуть читати одну подію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bevy_ecs::event::{Event, EventReader, EventWriter};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#[derive(Event)]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detector_id: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target_position: Vec3,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threat_level: ThreatLevel,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#[derive(Event)]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DroneDestroyed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drone_id: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Vec3,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#[derive(Event)]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MissionAssigned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drone_id: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mission_type: MissionType,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target: Vec3,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Надсилання подій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detection_system(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Query&lt;(Entity, &amp;Position, &amp;Camera), With&lt;Scout&gt;&gt;,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Query&lt;&amp;Position, With&lt;Target&gt;&gt;,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events: EventWriter&lt;TargetDetected&gt;,  // Writer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pos, camera)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target_pos in targets.iter()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pos.0.distance(target_pos.0) &lt; camera.range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events.send(TargetDetected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detector_id: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target_position: target_pos.0,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threat_level: ThreatLevel::Medium,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 — читання подій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Читання подій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handle_detections(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events: EventReader&lt;TargetDetected&gt;,  // Reader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stats: ResMut&lt;SwarmStats&gt;,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event in events.read()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tracing::warn!(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detector = ?event.detector_id,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 = ?event.target_position,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"Target detected!"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stats.targets_detected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читачів можуть читати ті самі події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log_detections(mut events: EventReader&lt;TargetDetected&gt;)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event in events.read()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println!("Logging: target at {:?}", event.target_position);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alert_system(mut events: EventReader&lt;TargetDetected&gt;)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event in events.read()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event.threat_level == ThreatLevel::High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Trigger alert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Реєстрація подій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app.add_event::&lt;TargetDetected&gt;()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.add_event::&lt;DroneDestroyed&gt;()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.add_event::&lt;MissionAssigned&gt;();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Commands (Команди)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Commands — відкладені операції над World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відкладені?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Системи виконуються паралельно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Spawn/Despawn змінює структуру 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Commands виконуються між системами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bevy_ecs::system::Commands;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spawn_system(mut commands: Commands)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Створення сутності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 = commands.spawn((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Velocity(Vec3::ZERO),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)).id();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Додавання компонента до існуючої сутності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commands.entity(drone).insert(Scout);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Видалення компонента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commands.entity(drone).remove::&lt;Combat&gt;();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Видалення сутності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commands.entity(drone).despawn();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cleanup_system(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Commands,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Query&lt;(Entity, &amp;Health)&gt;,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health)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health.0 &lt;= 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commands.entity(entity).despawn();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Commands також для ресурсів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init_system(mut commands: Commands)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commands.insert_resource(SwarmConfig::default());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Schedule (Розклад)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Schedule — визначає порядок виконання систем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Bevy використовує sets та ordering constraints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bevy_ecs::schedule::{Schedule, SystemSet, IntoSystemConfigs};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#[derive(SystemSet, Debug, Clone,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SimulationSet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Input,      // Читання вводу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Movement,   // Оновлення позицій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Physics,    // Фізика та колізії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AI,         // AI рішення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Cleanup,    // Очищення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build_schedule() -&gt; Schedule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schedule = Schedule::default();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Конфігурація порядку 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.configure_sets((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SimulationSet::Input,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SimulationSet::Movement.after(SimulationSet::Input),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SimulationSet::Physics.after(SimulationSet::Movement),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SimulationSet::AI.after(SimulationSet::Physics),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SimulationSet::Cleanup.after(SimulationSet::AI),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Додавання систем до 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.add_systems((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input_system.in_set(SimulationSet::Input),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movement_system.in_set(SimulationSet::Movement),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collision_system.in_set(SimulationSet::Physics),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ai_system.in_set(SimulationSet::AI),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cleanup_system.in_set(SimulationSet::Cleanup),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Ordering систем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Явний порядок систем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schedule.add_systems((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system_b.after(system_a),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system_c.after(system_b),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Паралельне виконання (за замовчуванням)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schedule.add_systems((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independent_system_1,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independent_system_2,  // Можуть виконуватись паралельно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independent_system_3,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— строга послідовність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bevy_ecs::schedule::chain;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schedule.add_systems(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chain((first, second, third))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 conditions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is_simulation_running(state: Res&lt;SimulationState&gt;)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schedule.add_systems(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movement_system.run_if(is_simulation_running)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Ambiguity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schedule.add_systems((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system_a,  // Читає &amp;Position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system_b,  // Пише &amp;mut 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bevy_ecs виявить конфлікт!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Plugin (Плагін)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Plugin — модульна організація ECS коду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Плагін інкапсулює: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Компоненти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Ресурси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Події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bevy_ecs::prelude::*;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DronePlugin;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Plugin for DronePlugin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build(&amp;self, app: &amp;mut App)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Ресурси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.init_resource::&lt;DroneConfig&gt;()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Події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.add_event::&lt;DroneSpawned&gt;()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.add_event::&lt;DroneDespawned&gt;()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Системи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.add_systems(Startup, spawn_initial_drones)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.add_systems(Update,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drone_movement_system,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drone_battery_system,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drone_ai_system,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CoordinatorPlugin;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Plugin for CoordinatorPlugin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build(&amp;self, app: &amp;mut App)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.add_event::&lt;MissionAssigned&gt;()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.add_systems(Update,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mission_assignment_system,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target_response_system,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App::new()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.add_plugins((DronePlugin, CoordinatorPlugin))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.run();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Change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bevy_ecs::query::{Changed, Added, Ref};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Реагування на зміни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on_position_changed(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Query&lt;(Entity, &amp;Position), Changed&lt;Position&gt;&gt;,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pos)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println!("Entity {:?} moved to {:?}", entity, pos.0);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Реагування на додавання компонента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on_drone_added(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Query&lt;(Entity, &amp;DroneId), Added&lt;DroneId&gt;&gt;,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id)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println!("New drone spawned: {:?}",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Доступ до інформації про зміни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detailed_change_detection(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Query&lt;(Entity, Ref&lt;Position&gt;)&gt;,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pos_ref)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pos_ref.is_changed()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println!("Position changed this frame");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pos_ref.is_added()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println!("Position was just added");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Доступ до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pos: &amp;Position = &amp;*pos_ref;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Повна структура симуляції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src/main.rs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bevy_ecs::prelude::*;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components;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resources;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systems;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events;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plugins;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tracing_subscriber::fmt::init();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app = App::new();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Ресурси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app.insert_resource(SimulationTime::default())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.insert_resource(SwarmConfig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drone_count: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area_size: 1000.0,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tick_rate: 60.0,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.insert_resource(SwarmStats::default());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Плагіни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app.add_plugins((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DronePlugin,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CoordinatorPlugin,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DetectionPlugin,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FormationPlugin,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Main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schedule = app.main_schedule_label;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tick in 0..10000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app.update();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tick % 100 == 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stats = app.world.resource::&lt;SwarmStats&gt;();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tracing::info!(tick, drones = stats.active_drones, "Simulation");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Компоненти — повний набір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src/components.rs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bevy_ecs::prelude::*;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glam::{Vec3, Quat};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Фізика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Position(pub 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Velocity(pub 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Acceleration(pub 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Battery { pub level: u8, pub drain_rate: f32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Health { pub current: i32, pub max: i32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Ідентифікація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DroneId(pub 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TeamId(pub u8);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Patrolling { waypoints: Vec&lt;Vec3&gt;, current: usize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MovingTo { target: Vec3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Attacking { target: Entity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{ base: Vec3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Місія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CurrentMission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mission_type: MissionType,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target: Option&lt;Vec3&gt;,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started_at: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Маркери спеціалізації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 pub struct Scout;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 pub struct Combat;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 pub struct Relay;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 pub struct Commander;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Система руху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src/systems/movement.rs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movement_system(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time: Res&lt;SimulationTime&gt;,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Query&lt;(&amp;mut Position, &amp;mut Velocity, &amp;Acceleration)&gt;,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dt = time.delta;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Паралельна обробка!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query.par_iter_mut().for_each(|(mut pos, mut vel, acc)|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швидкості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vel.0 += acc.0 * dt;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Обмеження швидкості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max_speed = 50.0;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vel.0.length() &gt; max_speed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vel.0 = vel.0.normalize() * max_speed;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pos.0 += vel.0 * dt;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boundary_system(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Res&lt;SwarmConfig&gt;,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Query&lt;(&amp;mut Position, &amp;mut Velocity)&gt;,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half_size = config.area_size / 2.0;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(mut pos, mut vel)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Відбиття від меж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pos.0.x.abs() &gt; half_size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vel.0.x = -vel.0.x;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pos.0.x = pos.0.x.clamp(-half_size, half_size);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pos.0.y.abs() &gt; half_size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vel.0.y = -vel.0.y;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pos.0.y = pos.0.y.clamp(-half_size, half_size);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AI система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drone_ai_system(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time: Res&lt;SimulationTime&gt;,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Velocity,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 With&lt;DroneId&gt;&gt;,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Query&lt;(Entity, &amp;Position), With&lt;Target&gt;&gt;,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pos, mut vel, mut state, battery)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Критична батарея — повертаємось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battery.level &lt; 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*state = DroneState::Returning { base: Vec3::ZERO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&amp;*state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DroneState::Idle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Шукаємо цілі поблизу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(target_entity, target_pos) in targets.iter()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pos.0.distance(target_pos.0) &lt; 100.0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*state = DroneState::Attacking { target: target_entity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DroneState::Patrolling { waypoints, current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target = waypoints[*current];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direction = (target - pos.0).normalize_or_zero();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vel.0 = direction * 30.0;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pos.0.distance(target) &lt; 5.0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*state = DroneState::Patrolling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waypoints: waypoints.clone(),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current: (*current + 1) % waypoints.len(),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DroneState::Returning { base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direction = (*base - pos.0).normalize_or_zero();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vel.0 = direction * 40.0;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Система координації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coordination_system(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Commands,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time: Res&lt;SimulationTime&gt;,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events: EventReader&lt;TargetDetected&gt;,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mission_events: EventWriter&lt;MissionAssigned&gt;,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idle_drones: Query&lt;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(Entity, &amp;Position),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(With&lt;DroneId&gt;, With&lt;Combat&gt;, Without&lt;CurrentMission&gt;)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event in events.read()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Знаходимо найближчого вільного бойового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nearest = idle_drones.iter()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.min_by_key(|(_, pos)|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pos.0.distance(event.target_position) as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Some((drone_entity, _)) = nearest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Призначаємо місію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commands.entity(drone_entity).insert(CurrentMission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mission_type: MissionType::Attack,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target: Some(event.target_position),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started_at: time.elapsed,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mission_events.send(MissionAssigned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drone_id: drone_entity,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mission_type: MissionType::Attack,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target: event.target_position,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tracing::info!(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 = ?drone_entity,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 = ?event.target_position,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"Mission assigned"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Система формацій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FormationMember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formation_id: 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offset: Vec3,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FormationLeader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formation_type: FormationType,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members: Vec&lt;Entity&gt;,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FormationType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{ spacing: f32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 { radius: f32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Wedge { angle: f32, spacing: f32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formation_system(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leaders: Query&lt;(Entity, &amp;Position, &amp;FormationLeader)&gt;,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members: Query&lt;(&amp;FormationMember, &amp;mut Position), Without&lt;FormationLeader&gt;&gt;,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(leader_entity, leader_pos, formation) in leaders.iter()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(i, &amp;member_entity) in formation.members.iter().enumerate()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Ok((member, mut member_pos)) = members.get_mut(member_entity)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offset = match &amp;formation.formation_type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FormationType::Line { spacing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Vec3::new(0.0, -(i as f32 + 1.0) * spacing, 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FormationType::Circle { radius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angle = (i as f32 / formation.members.len() as f32) * std::f32::consts::TAU;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Vec3::new(angle.cos() * radius, angle.sin() * radius, 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FormationType::Wedge { angle, spacing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side = if i % 2 == 0 { 1.0 } else { -1.0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row = (i / 2 + 1) as f32;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Vec3::new(side * row * spacing * angle.sin(), -row * spacing * angle.cos(), 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member_pos.0 = leader_pos.0 + offset;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Система створення дронів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spawn_drone_fleet(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Commands,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Res&lt;SwarmConfig&gt;,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rng = rand::thread_rng();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0..config.drone_count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pos = Vec3::new(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rng.gen_range(-config.area_size/2.0..config.area_size/2.0),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rng.gen_range(-config.area_size/2.0..config.area_size/2.0),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rng.gen_range(10.0..100.0),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base_components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Position(pos),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Velocity(Vec3::ZERO),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Acceleration(Vec3::ZERO),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 { level: 100, drain_rate: 0.1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Health { current: 100, max: 100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DroneId(i as u64),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TeamId(1),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Розподіл типів: 60% scout, 30% combat, 10% relay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i % 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0..=5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commands.spawn((base_components, Scout, Camera { range: 150.0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6..=8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commands.spawn((base_components, Combat, Weapon { damage: 25, range: 80.0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commands.spawn((base_components, Relay, Antenna { range: 500.0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tracing::info!(count = config.drone_count, "Fleet spawned");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Testing 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#[cfg(test)]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tests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super::*;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test_movement_system()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world = World::new();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Створюємо тестову сутність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Velocity(Vec3::new(10.0, 0.0, 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Acceleration(Vec3::ZERO),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world.insert_resource(SimulationTime { delta: 1.0, ..default()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Запускаємо систему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schedule = Schedule::default();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schedule.add_systems(movement_system);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schedule.run(&amp;mut 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Перевіряємо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pos = world.query::&lt;&amp;Position&gt;().single(&amp;world);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assert_eq!(pos.0, Vec3::new(10.0, 0.0, 0.0));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test_battery_drain()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world = World::new();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 { level: 100, drain_rate: 1.0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Velocity(Vec3::new(10.0, 0.0, 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schedule = Schedule::default();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schedule.add_systems(battery_system);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schedule.run(&amp;mut 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battery = world.query::&lt;&amp;Battery&gt;().single(&amp;world);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assert!(battery.level &lt; 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Оптимізація ECS: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Використовуйте par_iter_mut() для паралелізації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query.par_iter_mut().for_each(|...| { ... 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Уникайте частих spawn/despawn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Використовуйте object pooling або Enable/Disable компоненти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Batch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commands.spawn_batch(entities.into_iter());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Query caching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Bevy автоматично кешує запити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Правильний порядок компонентів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Часто використовувані — першими в запиті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Уникайте: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Changed&lt;T&gt; на великих запитах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Глибоких ієрархій Parent/Child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Багатьох дрібних систем з однаковими запитами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Benchmarks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Продуктивність bevy_ecs (Intel i7-12700):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10,000 сутностей: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Spawn: 0.5ms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Query iteration: 0.02ms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Parallel iteration: 0.005ms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100,000 сутностей: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Spawn: 5ms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Query iteration: 0.2ms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Parallel iteration: 0.03ms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1,000,000 сутностей: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Spawn: 50ms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Query iteration: 2ms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Parallel iteration: 0.3ms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 з Actor (1000 агентів):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ECS movement tick: 0.01ms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messages round-trip: 0.5ms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ECS виграє в 50x для batch операцій!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bevy_ecs основи: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Resource — глобальні дані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 — комунікація між системами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Commands — відкладені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Schedule — порядок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Plugin — модульна організація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ECS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Компоненти: Position, Velocity, Battery, DroneState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Маркери: Scout, Combat, Relay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Системи: movement, battery, AI, coordination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Події: TargetDetected, MissionAssigned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Мільйони сутностей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Паралельна обробка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Cache-friendly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Легке тестування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 (2 години):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Створіть симуляцію з 1000 дронами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Movement + Battery системи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Середнє (4 години):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Додайте систему виявлення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Events для комунікації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Статистика в ресурсах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Складне (8 годин):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Повна симуляція рою: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Різні типи дронів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AI з патрулюванням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Система місій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Формації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Challenge (16 годин):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Візуалізація через Bevy (повний)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або egui для GUI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ECS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Entity • Component • System • World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ECS Частина 2</dc:title>
  <dc:subject>PptxGenJS Presentation</dc:subject>
  <dc:creator>О.С. Бичков</dc:creator>
  <cp:lastModifiedBy>О.С. Бичков</cp:lastModifiedBy>
  <cp:revision>1</cp:revision>
  <dcterms:created xsi:type="dcterms:W3CDTF">2026-01-02T20:05:03Z</dcterms:created>
  <dcterms:modified xsi:type="dcterms:W3CDTF">2026-01-02T20:05:03Z</dcterms:modified>
</cp:coreProperties>
</file>