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Tokio: Async Runtime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Глибоке занурення в Tokio екосистему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Runtime • Tasks • Channels • Sync • I/O •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асинхронний рій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Runtime та Tasks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Tokio — огляд екосистеми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Архітектура Tokio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Multi-thread vs Current-thread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Runtime Builder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Налаштування worker threads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tokio::spawn детально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JoinHandle та JoinSet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Task cancellation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Local tasks (spawn_local)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spawn_blocking детально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block_in_place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Task priorities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Task pool для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Динамічне створення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Типові помилки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Channels, Sync, Time, I/O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 — екосистема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— найпопулярніший async runtime для Rust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Включає: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Runtime — планувальник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tokio::sync — async примітиви синхронізації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tokio::time — таймери та інтервали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tokio::io — async I/O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tokio::net — TCP, UDP, Unix sockets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tokio::fs — async файлова система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tokio::process — async процеси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0972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Крейт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Призначення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tokio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Core runtime та utilities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tokio-util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Додаткові utilities (codec, compat)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tokio-stream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Stream utilities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tokio-console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Runtime debugging 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Cargo.toml — налаштування Tokio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Мінімальний набір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["rt", "macros"]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Повний набір (рекомендовано для розробки)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["full"]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Вибіркові features: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"rt-multi-thread",  # Multi-threaded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"rt",               # Current-thread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"sync",             # Channels, Mutex, etc.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"time",             # Sleep, timeout, interval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"io-util",          # AsyncRead/Write extensions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"io-std",           # Stdin, stdout, stderr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"net",              # TCP, UDP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"fs",               # Async filesystem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"macros",           # #[tokio::main], 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"signal",           # OS signals (Ctrl+C)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"process",          # Async processes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"parking_lot",      # Faster sync primitives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"tracing",          # Integration with tracing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Архітектура Tokio Runtime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Tokio Runtime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├──────────────────┬──────────────────┬───────────────────┤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Task Scheduler │   I/O Driver     │   Timer Driver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(work-stealing)│   (epoll/kqueue) │   (time wheel)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├──────────────────┴──────────────────┴───────────────────┤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Thread Pool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┌────────┐ ┌────────┐ ┌────────┐ ┌────────┐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│Worker 1│ │Worker 2│ │Worker 3│ │Worker N│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│[Tasks] │ │[Tasks] │ │[Tasks] │ │[Tasks] │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└────────┘ └────────┘ └────────┘ └────────┘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Blocking Thread Pool (512 default)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Multi-thread vs Current-thread Runtime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Multi-thread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Current-thread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Worker threads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 (CPU cores)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Work stealing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Parallelism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Memory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Більше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Менше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Більший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Менший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Production servers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CLI tools,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spawn'd tasks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Можуть бути !Send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Повинні бути Send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"/>
            <a:ext cx="8229600" cy="2880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02920"/>
            <a:ext cx="80467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  // За замовчуванням: multi-thread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"current_thread")]  // Single-thread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"multi_thread", worker_threads = 4)]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Runtime Builder — ручне створення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tokio::runtime::{Builder, Runtime};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Multi-thread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rt: Runtime = Builder::new_multi_thread()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.worker_threads(4)           // Кількість worker threads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.max_blocking_threads(128)   // Максимум blocking threads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.thread_name("my-worker")    // Назва потоків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.thread_stack_size(3 * 1024 * 1024)  // 3MB 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.enable_all()                // Всі drivers (io, time)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.expect("Failed to create runtime");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Current-thread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rt = Builder::new_current_thread()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.enable_all()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Запуск async коду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rt.block_on(async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 from runtime!");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some_async_function().await;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отримати handle для spawn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rt.handle().clone();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handle.spawn(async { /* ... */ 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Runtime Handle та Enter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tokio::runtime::Runtime;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rt = Runtime::new().unwrap();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block_on — запустити future до завершення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rt.block_on(async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expensive_async_operation().await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 — створити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rt.spawn(async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background_work().await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enter — увійти в контекст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Потрібно для tokio::spawn поза async контекстом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_guard = rt.enter();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Тепер можна spawn'ити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— легкий клон для передачі між потоками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rt.handle().clone();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handle.block_on(async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Використовуємо runtime з іншого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tokio::spawn — детальний розбір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tokio::task::{self, JoinHandle};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 створює нову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F: Future + Send +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F::Output: Send + 'static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Базовий spawn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handle: JoinHandle&lt;i32&gt; = 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heavy_computation().await;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await на JoinHandle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handle.await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Ok(value) =&gt; println!("Result: {}", value),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if e.is_cancelled() =&gt; println!("Task cancelled"),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if e.is_panic() =&gt; println!("Task panicked"),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Err(e) =&gt; println!("Task failed: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Ігнорування результату (detached task)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Виконається у фоні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background_logging().await;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JoinHandle dropped — задача продовжує працювати!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JoinHandle —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tokio::task::JoinHandle;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handle: JoinHandle&lt;String&gt; = 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tokio::time::sleep(Duration::from_secs(10)).await;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"Done".to_string()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abort() — скасувати задачу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handle.abort();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is_finished() — перевірка завершення (non-blocking)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handle.is_finished()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println!("Task completed");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abort_handle() — отримати AbortHandle для скасування з іншого місця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abort_handle = handle.abort_handle();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std::thread::sleep(Duration::from_secs(5));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abort_handle.abort();  // Скасувати з іншого потоку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id() — унікальний ідентифікатор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println!("Task ID: {:?}", handle.id());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await повертає Result&lt;T, JoinError&gt;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handle.await;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JoinSet — керування групою задач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set = JoinSet::new();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Додаємо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set.spawn(async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tokio::time::sleep(Duration::from_millis(100 * i)).await;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*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Отримуємо результати по мірі завершення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Some(result) = set.join_next().await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Ok(value) =&gt; println!("Task completed: {}", value),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Err(e) =&gt; println!("Task failed: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Або скасувати всі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set.abort_all();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len() — кількість активних задач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println!("Active tasks: {}", set.len());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is_empty() — чи всі завершились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println!("All done: {}", set.is_empty());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JoinSet — збір всіх результатів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fetch_all_users(ids: Vec&lt;u32&gt;) -&gt; Vec&lt;User&gt;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set = JoinSet::new();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задачу для кожного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id in ids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set.spawn(async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fetch_user(id).await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Збираємо всі результати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users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Some(result) = set.join_next().await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Ok(user) =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users.push(user);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JoinSet::spawn_on — spawn на конкретному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tokio::runtime::Handle::current();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set.spawn_on(async { /* ... */ }, &amp;handle);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JoinSet::spawn_local — для !Send futures (current_thread)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set.spawn_local(async { /* ... */ });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Task Cancellation — скасування задач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CancellationToken — cooperative cancellation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token = CancellationToken::new();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cloned_token = token.clone();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 =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cloned_token.cancelled()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println!("Task cancelled gracefully");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do_work()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println!("Work done");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Пізніше — скасовуємо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tokio::time::sleep(Duration::from_secs(5)).await;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token.cancel();  // Сигнал скасування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handle.await.unwrap();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child_token() — ієрархія токенів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child = token.child_token();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Скасування parent скасовує всіх children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spawn_local — задачі без Send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  // !Send тип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spawn_local дозволяє !Send futures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Працює ТІЛЬКИ з current_thread runtime або LocalSet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"current_thread")]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local = task::LocalSet::new();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local.run_until(async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rc = Rc::new(42);  // Rc !Send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task::spawn_local(async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println!("Value: {}", rc);  // OK!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з multi-thread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local = task::LocalSet::new();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local.run_until(async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task::spawn_local(async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!Send код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spawn_blocking — блокуючі операції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spawn_blocking — для CPU-bound або sync I/O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Виконується на окремому thread pool (не async workers!)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CPU-bound робота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task::spawn_blocking(||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Цей код блокує потік — це OK!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heavy_cpu_computation()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Sync I/O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contents = task::spawn_blocking(||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std::fs::read_to_string("large_file.txt")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Sync library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task::spawn_blocking(move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client = blocking_http_client::Client::new();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client.get("https://api.example.com").send()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blocking pool: 512 threads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Налаштування: Builder::max_blocking_threads()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block_in_place — блокування на місці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block_in_place — блокує ПОТОЧНИЙ worker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Інші workers продовжують працювати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ТІЛЬКИ для multi-thread runtime!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block_in_place уникає context switch до blocking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task::block_in_place(||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Sync код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heavy_computation()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{:?}",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spawn_blocking vs block_in_place: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spawn_blocking: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Новий потік з blocking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Повертає JoinHandle (async)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Для тривалих blocking операцій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block_in_place: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Використовує поточний worker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Синхронно повертає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Для коротких blocking операцій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PANIC на current_thread runtime!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Task Pool для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tasks: JoinSet&lt;AgentResult&gt;,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agent_handles: HashMap&lt;AgentId, tokio::task::AbortHandle&gt;,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tasks: JoinSet::new(),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agent_handles: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spawn_agent(&amp;mut self, agent: Agent)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agent.id;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abort_handle = self.tasks.spawn(async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agent.run().await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}).abort_handle();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self.agent_handles.insert(id, abort_handle);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stop_agent(&amp;mut self, id: AgentId)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Some(handle) = self.agent_handles.remove(&amp;id)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handle.abort();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Some(result) = self.tasks.join_next().await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Ok(agent_result) =&gt; self.handle_agent_result(agent_result),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Err(e) =&gt; println!("Agent task failed: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Динамічне створення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SpawnAgent { id: AgentId, config: AgentConfig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StopAgent { id: AgentId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swarm_manager(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commands: mpsc::Receiver&lt;SwarmCommand&gt;,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shared_state: SharedState,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pool = AgentPool::new();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Нові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Some(cmd) = 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cmd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SwarmCommand::SpawnAgent { id, config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let agent = Agent::new(id, config, shared_state.clone());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pool.spawn_agent(agent);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println!("Spawned agent {}",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SwarmCommand::StopAgent { id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pool.stop_agent(id);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SwarmCommand::StopAll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pool.tasks.abort_all();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Завершені агенти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Some(result) = pool.tasks.join_next()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handle_agent_completion(result);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з graceful shutdown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run(self) -&gt; AgentResult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println!("[Agent {}] Started",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  // Пріоритет cancellation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self.cancellation.cancelled()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println!("[Agent {}] Shutting down...",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self.cleanup().await;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AgentResult::Cancelled;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self.tick()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Нормальна робота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cleanup(&amp;self)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Зберегти стан, закрити з'єднання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self.save_state().await;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self.close_connections().await;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Ієрархія cancellation: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swarm_token -&gt; group_token -&gt; agent_token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Tasks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await JoinHandle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{ work()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detached! Результат втрачено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Await або зберегти handle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tokio::spawn(async { work()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.await.unwrap();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Blocking в async task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std::thread::sleep(dur); // Блокує!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spawn_blocking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task::spawn_blocking(||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std::thread::sleep(dur);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}).await;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Ще 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!Send в spawn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rc = 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rc); // Error: !Send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Використайте Arc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 = Arc::new(42);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arc); // OK!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block_in_place на current_thread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"current_thread")]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block_in_place(|| { }); // PANIC!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spawn_blocking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#[tokio::main(flavor = "current_thread")]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spawn_blocking(|| { }).await; // OK!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Practices: Tasks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JoinSet для груп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CancellationToken для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spawn_blocking для CPU-bound та sync I/O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Завжди обробляйте JoinError (panic, cancel)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Встановіть timeout для зовнішніх операцій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Логуйте lifecycle задач для debugging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JoinHandle (результат втрачено)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блокуйте в async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Rc в spawned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block_in_place з current_thread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JoinSet для управління пулом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CancellationToken ієрархія для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spawn_blocking для path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Runtime: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Multi-thread — production, parallelism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Current-thread — CLI, tests, !Send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Builder для детального налаштування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Tasks: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 — async задачі (Send + 'static)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JoinHandle — результат та контроль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JoinSet — група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spawn_local — для !Send futures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spawn_blocking — CPU-bound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block_in_place — коротке blocking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Cancellation: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CancellationToken — cooperative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abort() — force cancel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Drop JoinHandle — detach (не cancel!)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Channels, Sync, Time, I/O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Tokio Runtime Частина 1</dc:title>
  <dc:subject>PptxGenJS Presentation</dc:subject>
  <dc:creator>О.С. Бичков</dc:creator>
  <cp:lastModifiedBy>О.С. Бичков</cp:lastModifiedBy>
  <cp:revision>1</cp:revision>
  <dcterms:created xsi:type="dcterms:W3CDTF">2026-01-02T19:03:00Z</dcterms:created>
  <dcterms:modified xsi:type="dcterms:W3CDTF">2026-01-02T19:03:00Z</dcterms:modified>
</cp:coreProperties>
</file>