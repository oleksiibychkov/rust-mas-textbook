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Traits: Поліморфізм у Rust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Спільна поведінка для різних типів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trait • impl • derive • dyn • bounds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trait Agent, поліморфні команди, абстракції сенсорів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traits та стандартні traits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Що таке поліморфізм?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Traits в Rust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Оголошення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Реалізація trait для типу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Default методи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Стандартні traits (Display, Debug)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Clone та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PartialEq та Eq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PartialOrd та 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Default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derive — автоматична реалізація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Trait для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Display для дронів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Порівняння пріоритетів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Orphan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Generics, trait bounds, trait objects, власні абстракції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поліморфізм?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Поліморфізм — можливість використовувати єдиний інтерфейс для різних типів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"Один інтерфейс, багато реалізацій"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OOP (Java, C++)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Наслідування класів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Інтерфейси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Віртуальні методи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691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FP (Haskell)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Type classes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Ad-hoc polymorphism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27432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Rust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Схоже на інтерфейси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+ type classes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Без наслідування!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992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Rust traits: визначають спільну поведінку БЕЗ наслідування даних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Traits в Rust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 — набір методів, що визначають спільну поведінку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Аналог інтерфейсу (Java/C#) або type class (Haskell)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Тип може реалізувати багато traits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Traits можуть мати default реалізації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Можна додати trait до існуючого типу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 реального життя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Flyable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take_off(&amp;mut 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fly_to(&amp;mut self, destination: 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land(&amp;mut 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altitude(&amp;self) -&gt; f64;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типи можуть "літати"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Flyable for Drone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Flyable for Helicopter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Flyable for Plane { /* ... */ 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Оголошення trait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Синтаксис оголошення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TraitName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Обов'язкові методи (без тіла)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required_method(&amp;self) -&gt; ReturnType;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Методи з default реалізацією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optional_method(&amp;self)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Реалізація за замовчуванням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Асоційовані константи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MAX_VALUE: u32;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Асоційовані типи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Summary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summarize(&amp;self) -&gt; String;  // Обов'язковий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preview(&amp;self) -&gt; String {   //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format!("Читати більше: {}", self.summarize())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Реалізація trait для типу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Article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TraitName for TypeName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Summary for Article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summarize(&amp;self)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format!("{} by {}", self.title, self.author)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preview() використовує default реалізацію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Tweet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Summary for Tweet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summarize(&amp;self)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format!("@{}: {}", self.username, self.text)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Можемо перевизначити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preview(&amp;self)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self.text.chars().take(50).collect()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Використання traits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article = Article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String::from("Rust Traits"),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String::from("Author"),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String::from("Content..."),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tweet = Tweet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String::from("rustlang"),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String::from("Hello, Rust!"),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Виклик методів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article.summarize());  // "Rust Traits by Author"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tweet.summarize());    // "@rustlang: Hello, Rust!"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методи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article.preview());    // "Читати більше: Rust Traits by Author"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tweet.preview());      // "Hello, Rust!" (перевизначено)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Trait має бути в scope для виклику його методів (use)!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Default методи детальніше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Обов'язковий — кожен сенсор має свою реалізацію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read_raw(&amp;self) -&gt; f64;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Default — типова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read(&amp;self)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raw = self.read_raw();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self.calibrate(raw)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calibrate(&amp;self, value: f64)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 // За замовчуванням без калібрування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is_valid(&amp;self, value: f64)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value.is_finite()  // За замовчуванням перевірка на NaN/Inf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GPS сенсор — перевизначає calibrate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Sensor for GpsSensor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read_raw(&amp;self) -&gt; f64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calibrate(&amp;self, value: f64)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+ self.offset  // Своя калібрація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Стандартні traits: огляд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має багато вбудованих traits у стандартній бібліотеці: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Форматування: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Display — для користувача (println!("{}"))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Debug — для розробника (println!("{:?}"))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PartialEq, Eq — рівність (==, !=)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PartialOrd, Ord — порівняння (&lt;, &gt;, &lt;=, &gt;=)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Клонування: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Clone — явне копіювання (.clone())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Copy — неявне копіювання (побітове)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Інші: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Default — значення за замовчуванням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 — обчислення хешу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Display — виведення для користувача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Display — для println!("{}", value)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fmt::Display for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write!(f, "({}, {})", self.x, self.y)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 = Point { x: 3.0, y: 4.0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p);      // (3,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println!("Point: {}", p); // Point: (3, 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format! теж працює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format!("Координати: {}", p);  // "Координати: (3, 4)"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Display автоматично дає ToString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string: String = p.to_string();  // "(3, 4)"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Debug — виведення для розробника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Ручна реалізація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fmt::Debug for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f.debug_struct("Point")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.field("x", &amp;self.x)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.field("y", &amp;self.y)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.finish()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автоматично через derive (найчастіше)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 = Point { x: 3.0, y: 4.0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p);   // Point { x: 3.0, y: 4.0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println!("{:#?}", p);  // Гарне форматування з відступами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dbg! макрос — виводить значення + повертає його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dbg!(2 + 2);  // [src/main.rs:10] 2 + 2 = 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Clone — явне копіювання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Clone — явне глибоке копіювання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Clone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clone(&amp;self) -&gt; Self;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clone_from(&amp;mut self, source: &amp;Self) { /* default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  // Автоматична реалізація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  // String реалізує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drone1 = Drone {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drone2 = drone1.clone();  // Повна копія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drone1 все ще доступний!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drone1);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drone2);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Vec::clone() — клонує всі елементи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v1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v2 = v1.clone();  // Новий вектор з копіями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Copy — неявне копіювання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— marker trait для побітового копіювання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Copy: Clone {}  // Вимагає Clone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типи копіюються автоматично при присвоєнні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       // i32 реалізує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x;       // x копіюється, не move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x);  // x все ще доступний!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Copy типи — move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  // String НЕ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     // s1 moved!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s1);  // ❌ Error: s1 moved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можна derive тільки якщо всі поля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#[derive(Copy, Clone)]  // Clone обов'язковий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  // f64 is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  // f64 is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 можна — String не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#[derive(Copy,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 Drone { name: String 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PartialEq та Eq — рівність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PartialEq — часткова рівність (==, !=)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PartialEq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eq(&amp;self, other: &amp;Self) -&gt; bool;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ne(&amp;self, other: &amp;Self) -&gt; bool { !self.eq(other)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 — повна рівність (marker trait)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Додає: a == a завжди true (рефлексивність)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Eq: PartialEq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#[derive(PartialEq, Eq)]  // Порівнює всі поля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id1 = DroneId { group: 1, number: 5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id2 = DroneId { group: 1, number: 5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id3 = DroneId { group: 2, number: 5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id1 == id2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id1 == id3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id1 != id3  //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f64 реалізує PartialEq, але НЕ Eq (через NaN)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NaN != NaN — порушує рефлексивність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PartialOrd та Ord — порівняння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std::cmp::Ordering;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PartialOrd — часткове впорядкування (&lt;, &gt;, &lt;=, &gt;=)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PartialOrd: PartialEq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partial_cmp(&amp;self, other: &amp;Self) -&gt; Option&lt;Ordering&gt;;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 — повне впорядкування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Ord: Eq + PartialOrd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cmp(&amp;self, other: &amp;Self) -&gt; Ordering;  // Less, Equal, Greater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#[derive(PartialEq, Eq, PartialOrd, Ord)]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Priority(u8);  // 0 = найнижчий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low = Priority(1);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high = Priority(10);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&lt; high 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&gt; low 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low.cmp(&amp;high)  // Ordering::Less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сортування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priorities = vec![Priority(5), Priority(1), Priority(10)];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priorities.sort();  // [Priority(1), Priority(5), Priority(10)]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Default — значення за замовчуванням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— створення значення за замовчуванням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Default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Стандартні типи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i32::default()      //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String::default()   // 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Vec::&lt;i32&gt;::default()  //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Option::&lt;i32&gt;::default() //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bool::default()     //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 — всі поля мають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max_speed: f64,      //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max_altitude: f64,   //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battery_warn: u8,    //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DroneConfig::default();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Частковий 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max_speed: 50.0,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..Default::default()  // Решта за замовчуванням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derive — автоматична реалізація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 генерує реалізацію автоматично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PartialEq, Eq, Hash, 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Еквівалентно ручній реалізації всіх traits!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Працює тільки якщо всі поля реалізують відповідні traits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Типові derive комбінації: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структур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Data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ключів HashMap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Key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сортування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PartialEq, Eq, PartialOrd, Ord)]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Sortable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конфігурації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Config { /* ... */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Trait для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Базовий trait для всіх агентів у системі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Унікальний ідентифікатор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u32;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Поточна позиція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position(&amp;self) -&gt; 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Цикл сприйняття-рішення-дія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perceive(&amp;mut self, world: &amp;World);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decide(&amp;mut self) -&gt; 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act(&amp;mut self, action: Action);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Tick — один крок симуляції (default)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self, world: &amp;World)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self.perceive(world);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action = self.decide();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self.act(action);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активний агент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is_active(&amp;self)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true  // За замовчуванням активний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Реалізація Agent для дрона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current_mission: Option&lt;Mission&gt;,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u32 { self.id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position(&amp;self) -&gt; Position { self.position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perceive(&amp;mut self, world: &amp;World)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Оновити інформацію про навколишній світ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self.update_nearby_objects(world);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self.check_obstacles(world);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decide(&amp;mut self) -&gt; Action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&amp;self.current_mission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Some(mission) =&gt; self.plan_next_step(mission),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 =&gt; Action::Idle,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act(&amp;mut self, action: Action)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self.execute_action(action);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-= 1;  // Витрата енергії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is_active(&amp;self)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&gt; 10 &amp;&amp; self.state != DroneState::Crashed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Display та Debug для дронів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fmt::Display for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write!(f, "Drone #{} [{}%] at ({:.1}, {:.1})",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self.position.x,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self.position.y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fmt::Debug for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f.debug_struct("Drone")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.field("id", &amp;self.id)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.field("position", &amp;self.position)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.field("battery", &amp;self.battery)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.field("state", &amp;self.state)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.field("mission", &amp;self.current_mission)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.finish()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 = Drone {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drone);   // Drone #42 [85%] at (100.0, 50.0)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drone); // Drone { id: 42, position: ..., ... 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Порівняння пріоритетів місій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PartialEq, 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u8,      // 1 = низький, 10 = критичний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deadline: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mission_type: MissionType,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Сортування: вищий пріоритет першим, при рівному — раніший deadline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Ord for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cmp(&amp;self, other: &amp;Self) -&gt; std::cmp::Ordering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Порівняти пріоритет (зворотній порядок — вищий перший)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other.priority.cmp(&amp;self.priority)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При рівному пріоритеті — за deadline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.then_with(|| self.deadline.cmp(&amp;other.deadline))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PartialOrd for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partial_cmp(&amp;self, other: &amp;Self) -&gt; Option&lt;std::cmp::Ordering&gt;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Some(self.cmp(other))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можна сортувати!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missions = vec![mission1, mission2, mission3];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missions.sort();  // Від найважливішої до найменш важливої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Default для конфігурації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max_speed: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sensor_range: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communication_range: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battery_capacity: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behavior_mode: BehaviorMode,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AgentConfig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max_speed: 10.0,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sensor_range: 100.0,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communication_range: 500.0,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battery_capacity: 3600,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low_battery_threshold: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behavior_mode: BehaviorMode::Normal,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default_config = AgentConfig::default();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custom_config = AgentConfig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max_speed: 20.0,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sensor_range: 200.0,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..Default::default()  // Решта за замовчуванням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Orphan Rule — правило сироти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обмежує де можна реалізувати traits: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Можна реалізувати trait для типу ТІЛЬКИ якщо: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визначений у вашому crate, АБО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Тип визначений у вашому crate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 можна реалізувати "чужий" trait для "чужого" типу!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Дозволено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Ваш trait для чужого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MyTrait for Vec&lt;i32&gt;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Чужий trait для вашого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Display for MyStruct {}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Заборонено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Чужий trait для чужого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Display for Vec&lt;i32&gt;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Причина: уникнення конфліктів коли два crate реалізують те саме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Newtype pattern — обхід orphan rule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Хочемо Display для Vec&lt;Drone&gt;, але не можемо (orphan rule)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обгортка (newtype)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DroneList(Vec&lt;Drone&gt;);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std::fmt::Display for DroneList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std::fmt::Formatter) -&gt; std::fmt::Result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writeln!(f, "Drones ({}):", self.0.len())?;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drone in &amp;self.0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writeln!(f, "  - {}", drone)?;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Deref для прозорого доступу до внутрішнього Vec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std::ops::Deref for DroneList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Target = Vec&lt;Drone&gt;;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deref(&amp;self) -&gt; &amp;Self::Target { &amp;self.0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list = DroneList(vec![drone1, drone2]);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list);     // Використовує наш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list.len());  // Працює завдяки Deref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Traits — механізм поліморфізму в Rust: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Визначають спільну поведінку для типів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Схожі на інтерфейси, але потужніші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Default методи з реалізацією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Стандартні traits: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Display / Debug — форматування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Clone / Copy — копіювання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PartialEq / Eq — рівність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PartialOrd / Ord — порівняння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Default — значення за замовчуванням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derive — автоматична реалізація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trait Agent для уніфікації агентів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Generics, trait bounds, trait objects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Traits Частина 1</dc:title>
  <dc:subject>PptxGenJS Presentation</dc:subject>
  <dc:creator>О.С. Бичков</dc:creator>
  <cp:lastModifiedBy>О.С. Бичков</cp:lastModifiedBy>
  <cp:revision>1</cp:revision>
  <dcterms:created xsi:type="dcterms:W3CDTF">2026-01-02T17:15:42Z</dcterms:created>
  <dcterms:modified xsi:type="dcterms:W3CDTF">2026-01-02T17:15:42Z</dcterms:modified>
</cp:coreProperties>
</file>