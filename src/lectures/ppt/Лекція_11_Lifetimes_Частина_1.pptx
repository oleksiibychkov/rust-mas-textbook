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Lifetimes: Час життя посилань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Гарантії безпеки пам'яті на етапі компіляції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'a • 'static • elision • bounds • annotations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посилання на стан агента, view патерни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Основи lifetimes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Проблема dangling references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Що таке lifetime?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Borrow checker та lifetimes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Lifetime annotations синтаксис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Lifetimes у функціях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Чому потрібні анотації?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Множинні lifetimes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Lifetime elision rules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Правило 1: input lifetimes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Правило 2: single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Правило 3: &amp;self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Коли elision не працює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Функції з посиланнями на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Порівняння позицій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Візуалізація lifetimes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Lifetimes у структурах, 'static, bounds, advanced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Проблема: Dangling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C/C++ — dangling pointer (use after free)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get_value()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&amp;x;  // Повертаємо адресу локальної змінної!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x знищено, pointer dangling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p = get_value();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*p);  // Undefined behavior!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057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Rust — компілятор НЕ ДОЗВОЛИТЬ!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get_value() -&gt; &amp;i32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&amp;x  // ❌ Error: `x` does not live long enough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// x dropped here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Повідомлення компілятора: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error[E0106]: missing lifetime specifier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cannot return reference to local variable `x`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Rust гарантує: посилання завжди вказують на валідні дані!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Lifetime?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60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 — це scope (область видимості), протягом якого посилання є валідним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 визначає: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Коли посилання створюється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Коли посилання перестає бути валідним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Зв'язки між lifetimes різних посилань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r;                  // ─────────┐ 'a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//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                      //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x = 5;          // ───┐ 'b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&amp;x;             //    │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                     // ───┘     │ x dropped, 'b ends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//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r);      // ❌ Error │ r still in 'a, but points to dead 'b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// ─────────┘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'a та 'b — lifetime параметри. r має 'a, але x має коротший 'b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Borrow Checker та Lifetimes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Borrow Checker — частина компілятора Rust, що перевіряє: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Посилання не переживають дані, на які вказують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Правила borrowing: або багато &amp;T, або один &amp;mut 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Lifetime constraints задоволені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5;           // x створено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 = &amp;x;          // r позичає x (borrow)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r);   // ✓ OK — x ще живий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x живе до кінця main()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 живе до останнього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перевіряє: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lifetime(r) ⊆ lifetime(x)  // r не переживає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Валідно!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 Annotations: Синтаксис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Lifetime параметр: апостроф + ім'я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    // Найпоширеніше ім'я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    // Друге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'c, 'd, 'e...  // Інші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'static  // Спеціальний — весь час роботи програми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типах посилань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&amp;'a T        // Посилання з lifetime 'a на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&amp;'a mut T    // Мутабельне посилання з lifetime 'a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функціях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foo&lt;'a&gt;(x: &amp;'a str) -&gt; &amp;'a str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структурах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Ref&lt;'a&gt;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Конвенція: 'a, 'b, 'c для generic lifetimes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'static — глобальний lifetime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Lifetimes у функціях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Проблема: яке посилання повертаємо?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longest(x: &amp;str, y: &amp;str) -&gt; &amp;str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x.len() &gt; y.len() { x } else {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Error: missing lifetime specifier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не знає: lifetime результату = x? y? інший?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explicit lifetime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longest&lt;'a&gt;(x: &amp;'a str, y: &amp;'a str)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x.len() &gt; y.len() { x } else {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'a — "generic lifetime parameter"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Результат живе стільки, скільки живуть ОБА аргументи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String::from("long");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String::from("longer");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longest(&amp;s1, &amp;s2);  // ✓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result);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Чому потрібні lifetime annotations?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Annotations НЕ змінюють час життя даних!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Вони лише пояснюють компілятору зв'язки між lifetimes: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"Результат живе стільки ж, як найкоротший з аргументів"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"Структура не переживає дані, на які посилається"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83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longest&lt;'a&gt;(x: &amp;'a str, y: &amp;'a str)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x.len() &gt; y.len() { x } else {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        // 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                                     //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s2 = String::from("world");    // ──────┐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longest(&amp;s1, &amp;s2);    //       │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result);  // ✓ OK   //       │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           // ──────┘     │ s2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вже недоступний (lifetime 'a = min(s1, s2) = s2)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Якби спробували: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println!("{}", result);  // ❌ Error!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Множинні Lifetime параметри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Різні lifetimes для різних посилань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first_word&lt;'a, 'b&gt;(s: &amp;'a str, prefix: &amp;'b str)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Повертаємо частину s, не prefix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Результат прив'язаний до 'a, не 'b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s.starts_with(prefix)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&amp;s[prefix.len()..]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text = String::from("hello world");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prefix = String::from("hello 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first_word(&amp;text, &amp;prefix);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prefix може бути dropped тут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prefix dropped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все ще валідний! (прив'язаний до text, не prefix)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result);  // "world"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 Elision Rules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може автоматично вивести lifetimes у багатьох випадках.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називається "lifetime elision" (пропуск).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Три правила застосовуються послідовно: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647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Правило 1: Кожен вхідний параметр-посилання отримує свій lifetime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Правило 2: Якщо є тільки один вхідний lifetime — він присвоюється всім вихідним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535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Правило 3: Якщо є &amp;self або &amp;mut self — його lifetime присвоюється вихідним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Якщо після всіх правил lifetime не визначено — потрібна явна анотація!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Правило 1: Input Lifetimes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Правило 1: Кожен параметр-посилання отримує свій lifetime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 пишете: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foo(x: &amp;str) {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bar(x: &amp;str, y: &amp;str)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додає: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foo&lt;'a&gt;(x: &amp;'a str) {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bar&lt;'a, 'b&gt;(x: &amp;'a str, y: &amp;'b str)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Більше параметрів: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many(a: &amp;i32, b: &amp;str, c: &amp;f64) {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many&lt;'a, 'b, 'c&gt;(a: &amp;'a i32, b: &amp;'b str, c: &amp;'c f64)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 лише перший крок!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Далі застосовуються правила 2 та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Правило 2: Single Input Lifetime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Правило 2: Якщо один input lifetime — він йде на всі outputs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 пишете: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first_word(s: &amp;str) -&gt; &amp;str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Після правила 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first_word&lt;'a&gt;(s: &amp;'a str) -&gt; &amp;str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Після правила 2 (один input):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first_word&lt;'a&gt;(s: &amp;'a str) -&gt; &amp;'a str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Повністю виведено!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Ще приклад: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get_first(items: &amp;[i32]) -&gt; Option&lt;&amp;i32&gt;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get_first&lt;'a&gt;(items: &amp;'a [i32]) -&gt; Option&lt;&amp;'a i32&gt;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Правило 2 НЕ застосовується якщо &gt; 1 input lifetime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longer(x: &amp;str, y: &amp;str) -&gt; &amp;str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Два inputs — правило 2 не працює!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Правило 3: &amp;self 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Правило 3: У методах lifetime &amp;self йде на всі outputs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Parser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Parser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Ви пишете: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parse(&amp;self) -&gt; &amp;str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Компілятор виводить: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parse&lt;'a&gt;(&amp;'a self) -&gt; &amp;'a str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✓ Автоматично!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Ще приклад: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MyStruct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get_name(&amp;self) -&gt; &amp;str { &amp;self.name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Lifetime виведено: результат живе стільки ж, як &amp;self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combine(&amp;self, other: &amp;str) -&gt; &amp;str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Тут все одно виведе 'self lifetime для результату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Але логічно може бути неправильно!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Elision не працює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Кілька input lifetimes, результат —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longest(x: &amp;str, y: &amp;str) -&gt; &amp;str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Правило 1: fn longest&lt;'a, 'b&gt;(x: &amp;'a str, y: &amp;'b str) -&gt; &amp;str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Правило 2: не застосовується (два inputs)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Правило 3: не застосовується (немає self)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Lifetime результату невідомий!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явна анотація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longest&lt;'a&gt;(x: &amp;'a str, y: &amp;'a str)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x.len() &gt; y.len() { x } else {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Інший варіант: різні lifetimes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choose_first&lt;'a, 'b&gt;(x: &amp;'a str, y: &amp;'b str)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// Завжди повертаємо перший — lifetime 'a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Функції з посиланнями на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Знайти агента з найбільшим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Lifetime: результат живе стільки ж, як слайс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find_max_id&lt;'a&gt;(agents: &amp;'a [Agent]) -&gt; Option&lt;&amp;'a Agent&gt;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agents.iter().max_by_key(|a| a.id)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Знайти найближчого агента до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find_nearest&lt;'a&gt;(agents: &amp;'a [Agent], pos: &amp;Position) -&gt; Option&lt;&amp;'a Agent&gt;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pos не впливає на lifetime результату!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.min_by(|a, b|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da = a.position.distance_to(pos);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db = b.position.distance_to(pos);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da.partial_cmp(&amp;db).unwrap()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agents = vec![agent1, agent2, agent3];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nearest = find_nearest(&amp;agents, &amp;target);  // ✓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Порівняння позицій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Вибрати агента з кращою позицією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Обидва агенти мають однаковий lifetime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select_better_position&lt;'a&gt;(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agent1: &amp;'a Agent,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agent2: &amp;'a Agent,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target: &amp;Position,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&amp;'a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d1 = agent1.position.distance_to(target);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d2 = agent2.position.distance_to(target);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d1 &lt; d2 { agent1 } else { agent2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a1 = Agent::new(1, "Alpha");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a2 = Agent::new(2, "Beta");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target = Position::new(100.0, 100.0);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better = select_better_position(&amp;a1, &amp;a2, &amp;target);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println!("Better positioned: {}", better.name);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better валідний поки живі a1 та a2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Фільтрація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Отримати всіх активних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Повертаємо ітератор посилань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active_agents&lt;'a&gt;(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&amp;'a [Agent]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impl Iterator&lt;Item = &amp;'a Agent&gt;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agents.iter().filter(|a| a.is_active())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Агенти в радіусі від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agents_in_radius&lt;'a&gt;(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&amp;'a [Agent],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center: &amp;Position,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radius: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Vec&lt;&amp;'a Agent&gt;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.filter(|a| a.position.distance_to(center) &lt;= radius)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agents = load_agents();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center = Position::new(50.0, 50.0);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agent in agents_in_radius(&amp;agents, &amp;center, 100.0)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println!("Agent {} in radius", agent.id);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Посилання валідні поки живе agents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Візуалізація Lifetimes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5;              // ─────────────────────┐ 'x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y = 10;             // ───────────────────┐ │ 'y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//          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 = pick(&amp;x, &amp;y);   // ─────────┐ 'r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//          │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r);      //          │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// ─────────┘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y);      //          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// ───────────────────┘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x);      //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// ─────────────────────┘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pick&lt;'a&gt;(x: &amp;'a i32, y: &amp;'a i32) -&gt; &amp;'a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*x &gt; *y { x } else {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'r ⊆ 'a ⊆ min('x, 'y) = 'y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 валідний поки живі і x, і 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Non-Lexical Lifetimes (NLL)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 Rust 2018: lexical lifetimes (до кінця scope)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Rust 2018+: non-lexical lifetimes (до останнього використання)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first = &amp;v[0];      // immutable borrow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first);  // останнє використання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Старий Rust: first живе до }, не можна мутувати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NLL: first "мертвий" після println, можна мутувати!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v.push(4);  // ✓ OK з NLL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v);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NLL робить lifetimes "розумнішими"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Borrow закінчується при останньому використанні,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 не в кінці блоку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NLL увімкнено за замовчуванням з Rust 2018 edition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Приклади Lifetime Elision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Ви пишете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Компілятор виводить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f(x: &amp;str)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f&lt;'a&gt;(x: &amp;'a str)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f(x: &amp;str) -&gt; &amp;str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f&lt;'a&gt;(x: &amp;'a str) -&gt; &amp;'a str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f(&amp;self) -&gt; &amp;str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f&lt;'a&gt;(&amp;'a self) -&gt; &amp;'a str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f(&amp;self, s: &amp;str) -&gt; &amp;str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f&lt;'a&gt;(&amp;'a self, s: &amp;str) -&gt; &amp;'a str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f(x: &amp;str, y: &amp;str)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f&lt;'a, 'b&gt;(x: &amp;'a str, y: &amp;'b str)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f(x: &amp;str, y: &amp;str) -&gt; &amp;str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 Error — потрібна анотація!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Останній випадок: два inputs, один output — компілятор не знає який lifetime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lifetimes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Повернення локального посилання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bad() -&gt; &amp;String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String::from("hi");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&amp;s  // ❌ s dropped!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Повернення owned або 'static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good()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String::from("hi")  // owned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static_ref() -&gt; &amp;'static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"hello"  // string literal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Посилання переживає дані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let x = 5; r = &amp;x;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r); // 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24028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286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Дані живуть довше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&amp;x;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r); // ✓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Читання повідомлень про lifetimes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error[E0106]: missing lifetime specifier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src/main.rs:1:33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| fn longest(x: &amp;str, y: &amp;str) -&gt; &amp;str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----     ----     ^ expected named lifetime parameter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help: this function's return type contains a borrowed value,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but the signature does not say whether it is borrowed from `x` or `y`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help: consider introducing a named lifetime parameter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| fn longest&lt;'a&gt;(x: &amp;'a str, y: &amp;'a str)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++++     ++          ++          ++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8775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Rust дуже допомагає: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Показує де проблема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Пояснює чому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Пропонує рішення (help: consider...)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Lifetimes — механізм відстеження часу життя посилань: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Гарантують відсутність dangling references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Перевіряються на етапі компіляції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Annotations не змінюють lifetime — лише описують зв'язки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 Elision — автоматичне виведення: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Правило 1: кожен input отримує свій lifetime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Правило 2: один input → він же на output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Правило 3: &amp;self → його lifetime на output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Якщо elision не працює — потрібна явна анотація &lt;'a&gt;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функції пошуку/фільтрації агентів з посиланнями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Lifetimes у структурах, 'static, bounds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Lifetimes Частина 1</dc:title>
  <dc:subject>PptxGenJS Presentation</dc:subject>
  <dc:creator>О.С. Бичков</dc:creator>
  <cp:lastModifiedBy>О.С. Бичков</cp:lastModifiedBy>
  <cp:revision>1</cp:revision>
  <dcterms:created xsi:type="dcterms:W3CDTF">2026-01-02T18:06:45Z</dcterms:created>
  <dcterms:modified xsi:type="dcterms:W3CDTF">2026-01-02T18:06:45Z</dcterms:modified>
</cp:coreProperties>
</file>