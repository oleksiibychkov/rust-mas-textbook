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Streams: Async ітератори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Потокова обробка асинхронних даних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Stream • StreamExt • Combinators • Adapters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Потоки даних сенсорів, подій, телеметрії агентів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Основи та комбінатори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Iterator vs Stream — порівняння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Stream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Poll та Pin у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Створення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stream::iter — з ітератора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stream::once, stream::empty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stream::repeat, stream::repeat_with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async_stream макрос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StreamExt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next() — отримання елементів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map() — трансформація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filter() — фільтрація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filter_map() — комбінація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take(), skip()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Sensor data 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🤖 Event filtering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Складні комбінатори, merge, zip, buffer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Iterator vs Stream — порівняння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Iterator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next() -&gt; 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poll_next() -&gt; Poll&lt;Option&lt;T&gt;&gt;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Блокування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Синхронний (блокує)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Асинхронний (не блокує)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Отримання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Негайно або блокує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Може повернути 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Контекст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Pin + Context (waker)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Використання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for x in iter { 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while let Some(x) = stream.next().await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Vec::iter()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ReceiverStream, TcpListener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86207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 = асинхронна версія Iterator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Iterator: дай елемент зараз (блокуй якщо потрібно)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Stream: дай елемент коли готовий (не блокуй потік)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Stream trait — визначення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futures::stream::Stream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Stream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Тип елементів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Спробувати отримати наступний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poll_next(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self: Pin&lt;&amp;mut Self&gt;,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cx: &amp;mut Context&lt;'_&gt;,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Poll&lt;Option&lt;Self::Item&gt;&gt;;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Підказка про розмір (опціонально)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size_hint(&amp;self) -&gt; (usize, Option&lt;usize&gt;)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(0, None)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Poll результати: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Poll::Ready(Some(item)) — елемент готовий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Poll::Ready(None)       — потік завершився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Poll::Pending           — елемент ще не готовий, спробуй пізніше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Порівняння з Iterator: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Iterator::next(&amp;mut self) -&gt; Option&lt;T&gt;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Stream::poll_next(Pin&lt;&amp;mut Self&gt;, &amp;mut Context) -&gt; Poll&lt;Option&lt;T&gt;&gt;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Чому Pin у Stream?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 може бути self-referential (як Future):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 блоки можуть містити посилання на локальні змінні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Між викликами poll_next() стан зберігається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Якщо Stream перемістити — посилання стануть dangling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Pin гарантує: "Цей Stream не буде переміщений в пам'яті"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std::pin::Pin;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futures::stream::Stream;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роботи зі Stream потрібен Pin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stream = some_stream();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pinned stream на stack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pinned = std::pin::pin!(stream);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на heap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boxed: Pin&lt;Box&lt;dyn Stream&lt;Item = i32&gt;&gt;&gt; = Box::pin(stream);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StreamExt::next() робить pin автоматично: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Some(item)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Створення Streams — огляд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Способи створення Stream: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З ітератора: stream::iter(vec![1, 2, 3])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Одиничні: stream::once(async { 42 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Порожні: stream::empty()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Повторення: stream::repeat(42)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З функції: stream::repeat_with(|| rand())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async_stream макрос: yield елементи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unfold: з seed та async функції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З каналів: ReceiverStream, BroadcastStream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З I/O: lines(), bytes() для файлів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Власна реалізація Stream trait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788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futures = "0.3"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tokio-stream = "0.1"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async-stream = "0.3"  // для yield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stream::iter — з ітератора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Створення stream з вектора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stream = stream::iter(vec![1, 2, 3, 4, 5]);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Обробка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stream = stream;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Some(x)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println!("Got: {}",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Або з будь-якого ітератора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stream = stream::iter(0..10);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stream = stream::iter("hello".chars());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stream = stream::iter(hashmap.into_iter());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Збір назад у колекцію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collected: Vec&lt;i32&gt; = stream::iter(1..=5)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collected);  // [1, 2, 3, 4, 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stream::iter — елементи доступні ОДРАЗУ (не async)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тестування та комбінування з async streams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stream::once, stream::empty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stream::once — один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stream::once(async { 42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assert_eq!(stream.collect::&lt;Vec&lt;_&gt;&gt;().await, vec![42]);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без 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stream::once(std::future::ready("hello"));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stream::empty — порожній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stream: stream::Empty&lt;i32&gt; = stream::empty();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assert_eq!(stream.collect::&lt;Vec&lt;_&gt;&gt;().await, Vec::&lt;i32&gt;::new());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умовного повернення: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maybe_stream(condition: bool) -&gt; impl Stream&lt;Item = i32&gt;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condition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stream::iter(vec![1, 2, 3]).left_stream()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stream::empty().right_stream()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stream::pending — ніколи не завершується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stream: stream::Pending&lt;i32&gt; = stream::pending();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stream.next().await — чекатиме вічно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stream::repeat, stream::repeat_with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stream::repeat — нескінченний stream однакових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stream = stream::repeat(42);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assert_eq!(stream.next().await, Some(42));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assert_eq!(stream.next().await, Some(42));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нескінченно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Обмеження кількості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five_42s: Vec&lt;_&gt; = stream::repeat(42)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.take(5)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stream::repeat_with — з функції (lazy)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counter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stream::repeat_with(move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first_five: Vec&lt;_&gt; = stream.take(5).collect().await;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assert_eq!(first_five, vec![1, 2, 3, 4, 5]);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версія — unfold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stream::unfold(0, |state|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Some((state, state + 1))  // (yield_value, next_state)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async_stream — yield синтаксис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async_stream::stream;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async_stream дозволяє yield як в генераторах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countdown(from: u32) -&gt; impl Stream&lt;Item = u32&gt;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(0..=from).rev()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Можна використовувати await!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yield i;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stream = countdown(5);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Some(i)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println!("{}...",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println!("Lift off!");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try_stream! для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async_stream::try_stream;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fetch_pages() -&gt; impl Stream&lt;Item = Result&lt;Page, 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try_stream!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url in urls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page = fetch(url).await?;  // ? працює!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yield page;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stream::unfold — створення з функції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unfold: seed -&gt; async fn(seed) -&gt; Option&lt;(Item, NextSeed)&gt;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Fibonacci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fib = stream::unfold((0u64, 1u64), |(a, b)|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None — завершити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Some((item, next_state)) — yield item, continue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Some((a, (b, a + b)))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first_10: Vec&lt;_&gt; = fib.take(10).collect().await;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[0, 1, 1, 2, 3, 5, 8, 13, 21, 34]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paginated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pages = stream::unfold(Some(1), |page_opt|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page_num = page_opt?;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response = fetch_page(page_num).await.ok()?;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next_page = if response.has_more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Some(page_num + 1)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  // Завершити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Some((response.items, next_page))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Flatten: Stream&lt;Item = Vec&lt;T&gt;&gt; -&gt; Stream&lt;Item = 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items = pages.flat_map(|items| stream::iter(items));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StreamExt — extension trait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StreamExt додає зручні методи до будь-якого Stream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Основні методи: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stream.next().await            // Option&lt;Item&gt;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stream.collect::&lt;Vec&lt;_&gt;&gt;().await  // Collect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stream.count().await           // Кількість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stream.fold(init, |acc, x| async { acc + x }).await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Трансформації: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stream.map(|x| x * 2)          // Transform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stream.filter(|x| async { *x &gt; 0 })  // Filter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stream.filter_map(|x| async { x.parse().ok()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stream.flat_map(|x| stream::iter(x))  // Flatten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Контроль: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stream.take(n)                 // Перші n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stream.skip(n)                 // Пропустити перші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stream.take_while(|x| async { *x &lt; 10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stream.skip_while(|x| async { *x &lt; 5 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Комбінування: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stream.chain(other_stream)     // Послідовно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stream.zip(other_stream)       // Паралельно (кортежі)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stream.merge(other_stream)     // Інтерліввінг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next() — отримання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stream = stream::iter(vec![1,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Спосіб 1: while 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Some(item)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println!("Item: 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Спосіб 2: loop з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stream = stream::iter(vec![1,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Some(item) =&gt; println!("Item: {}", item),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Спосіб 3: for_each (не потребує mut)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stream::iter(vec![1, 2, 3])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.for_each(|item|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println!("Item: 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Спосіб 4: for_each_concurrent (паралельно!)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stream::iter(urls)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.for_each_concurrent(10, |url|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fetch(url).await;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map() — трансформація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Синхронний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stream::iter(vec![1, 2, 3])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.map(|x| x * 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doubled.collect().await;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assert_eq!(result, vec![2, 4, 6]);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map — then()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fetched = stream::iter(urls)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.then(|url|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fetch(&amp;url).await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vs then: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map(|x| ...)      — синхронна функція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then(|x| async { }) — async функція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Ланцюжок трансформацій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processed = stream::iter(raw_data)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.map(|raw| parse(raw))           // Parse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.filter(|parsed| async { parsed.is_valid() })  //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.then(|valid| async move {       // Async transform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enrich(valid).await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.map(|enriched| format_output(enriched));  // Format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processed.for_each(|output|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output);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}).await;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filter() — фільтрація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Синхронний предикат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evens = stream::iter(1..=10)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.filter(|x| std::future::ready(*x % 2 == 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evens.collect().await;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assert_eq!(result, vec![2, 4, 6, 8, 10]);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предикат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valid_users = stream::iter(user_ids)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.filter(|id|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Async перевірка в базі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check_user_exists(*id).await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з посиланням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positive = stream::iter(vec![-1, 2, -3, 4])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.filter(|x|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is_positive = *x &gt;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move { is_positive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Shortcut: filter(|x| ready(predicate))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std::future::ready;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large = stream::iter(1..100)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.filter(|&amp;x| ready(x &gt; 50));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filter_map() — filter +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filter_map: одночасно фільтрує та трансформує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функція повертає None — елемент відкидається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Some(x) — x включається в результат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numbers = stream::iter(vec!["1", "two", "3", "four", "5"]);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parsed: Vec&lt;i32&gt; = numbers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.filter_map(|s|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s.parse::&lt;i32&gt;().ok()  // None для "two", "four"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assert_eq!(parsed, vec![1, 3, 5]);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same = stream::iter(vec!["1", "two", "3"])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.map(|s| s.parse::&lt;i32&gt;().ok())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.filter(|opt| std::future::ready(opt.is_some()))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.map(|opt| opt.unwrap());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обробка результатів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successful_responses = stream::iter(requests)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.then(|req| async move { send_request(req).await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.filter_map(|result| async move { result.ok() });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take(), skip() — контроль кількості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take(n) — взяти перші n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first_five = stream::iter(1..100)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.take(5)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.collect::&lt;Vec&lt;_&gt;&gt;()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assert_eq!(first_five, vec![1, 2, 3, 4, 5]);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skip(n) — пропустити перші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after_five = stream::iter(1..=10)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.skip(5)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.collect::&lt;Vec&lt;_&gt;&gt;()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assert_eq!(after_five, vec![6, 7, 8, 9, 10]);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take_while — поки умова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until_five = stream::iter(1..100)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.take_while(|&amp;x| std::future::ready(x &lt; 5))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.collect::&lt;Vec&lt;_&gt;&gt;()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assert_eq!(until_five, vec![1, 2, 3, 4]);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skip_while — пропускати поки умова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from_five = stream::iter(1..=10)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.skip_while(|&amp;x| std::future::ready(x &lt; 5))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.collect::&lt;Vec&lt;_&gt;&gt;()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assert_eq!(from_five, vec![5, 6, 7, 8, 9, 10]);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Sensor Data Stream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async_stream::stream;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tokio::time::{interval, Duration};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SensorReading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timestamp: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humidity: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Stream показань сенсора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sensor_stream(agent_id: AgentId) -&gt; impl Stream&lt;Item = SensorReading&gt;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interval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interval.tick().await;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Читання сенсорів (симуляція)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reading = SensorReading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timestamp: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temperature: read_temperature().await,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humidity: read_humidity().await,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position: read_gps().await,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yield reading;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sensors = sensor_stream(agent_id);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Some(reading) = sensors.next().await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process_reading(reading).await;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Event Stream з фільтрацією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tokio_stream::wrappers::BroadcastStream;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SwarmEvent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agent_id: AgentId,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AgentMoved { agent_id: AgentId, position: Position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BatteryLow { agent_id: AgentId,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 { mission_id: MissionId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Фільтрований stream подій для конкретного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agent_events(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broadcast::Receiver&lt;SwarmEvent&gt;,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Stream&lt;Item = 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BroadcastStream::new(event_bus)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.filter_map(move |result|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result.ok()  // Ігноруємо lagged errors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.filter(move |event|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dominated = matches!(event,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SwarmEvent::TargetDetected { agent_id: id, .. }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SwarmEvent::BatteryLow { agent_id: id, 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*id == agent_id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std::future::ready(dominated)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Агент підписується тільки на свої події!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Агрегація телеметрії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Агрегація телеметрії з кількох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aggregate_telemetry(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Vec&lt;impl Stream&lt;Item = Telemetry&gt;&gt;,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Stream&lt;Item = AggregatedTelemetry&gt;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Об'єднуємо всі streams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combined = futures::stream::select_all(agents);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Групуємо по часових вікнах (1 секунда)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combined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.chunks_timeout(100, Duration::from_secs(1))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.map(|chunk|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Агрегуємо chunk телеметрії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AggregatedTelemetry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timestamp: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avg_battery: chunk.iter().map(|t| t.battery as f64).sum::&lt;f64&gt;()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/ chunk.len() as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agent_count: chunk.len(),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positions: chunk.iter().map(|t| t.position).collect(),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Результат: один stream агрегованих даних з усього 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aggregated = aggregate_telemetry(agent_streams).await;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Some(data) = aggregated.next().await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update_dashboard(data);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зі Streams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.await на next()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item = stream.next();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item це Future, не Option!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З .await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item = stream.next().await;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Option&lt;Item&gt;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map замість then для async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stream.map(|x| async { fetch(x).await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Stream&lt;Item = Future&gt;!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then() для async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stream.then(|x| async { fetch(x).await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Stream&lt;Item = Response&gt;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 = асинхронний Iterator: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poll_next() замість next()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Повертає Poll::Pending якщо не готовий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Pin потрібен для self-referential streams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Створення Streams: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stream::iter() — з ітератора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stream::once/empty/repeat — спеціальні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async_stream::stream! — з yield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stream::unfold — з функції та seed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Базові комбінатори: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next() — отримати елемент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map()/then() — трансформація (sync/async)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filter()/filter_map() — фільтрація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take()/skip() — контроль кількості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merge, zip, buffer, fold, складні патерни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 Частина 1</dc:title>
  <dc:subject>PptxGenJS Presentation</dc:subject>
  <dc:creator>О.С. Бичков</dc:creator>
  <cp:lastModifiedBy>О.С. Бичков</cp:lastModifiedBy>
  <cp:revision>1</cp:revision>
  <dcterms:created xsi:type="dcterms:W3CDTF">2026-01-02T19:21:07Z</dcterms:created>
  <dcterms:modified xsi:type="dcterms:W3CDTF">2026-01-02T19:21:07Z</dcterms:modified>
</cp:coreProperties>
</file>