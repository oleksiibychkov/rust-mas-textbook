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5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E422B"/>
                </a:solidFill>
              </a:rPr>
              <a:t>HashMap та HashSet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HashSet, BTreeMap, просунуті патерни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унікальність • впорядкованість • множинні операції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виявлені цілі, зони покриття, кеш маршрутів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HashSet та просунуті структури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HashSet — унікальні значення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Операції з множинами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BTreeMap — впорядкований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BTreeSet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Вибір колекції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🤖 Виявлені цілі (HashSet)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🤖 Зони покриття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🤖 Кеш маршрутів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🤖 Граф зв'язків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🤖 Пріоритетна черга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Типові помилки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Практичні поради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Порівняння колекцій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Завдання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HashSet&lt;T&gt;: унікальні значення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HashSet — колекція унікальних значень (множина)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Кожен елемент може бути тільки один раз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Пошук, вставка, видалення — O(1)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Реалізований через HashMap&lt;T, ()&gt;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visited: HashSet&lt;u32&gt; = HashSet::new();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повертає true якщо елемент новий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visited.insert(1);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visited.insert(2);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visited.insert(1);  // false — вже є!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 наявності — O(1)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visited.contains(&amp;1)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println!("Вже відвідано!");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Кількість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visited.len()  //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Створення HashSet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HashSet::new()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set: HashSet&lt;i32&gt; = HashSet::new();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set.insert(1);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set.insert(2);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From ітератора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set: HashSet&lt;_&gt; = vec![1, 2, 3, 2, 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.into_iter()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= {1, 2, 3}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From масиву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set = HashSet::from([1, 2, 3]);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with_capacity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set: HashSet&lt;u32&gt;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HashSet::with_capacity(100);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Операції з HashSet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Базові операції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set.insert(value)    //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set.remove(&amp;value)   //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set.contains(&amp;value) //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set.get(&amp;value)      // Option&lt;&amp;T&gt;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set.len()            // usize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set.is_empty()       //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set.clear()          // видалити все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Ітерація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Порядок не гарантований!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&amp;set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set.iter().filter(...)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retain — залишити за умовою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set.retain(|x| *x &gt; 10);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Операції над множинами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union — об'єднання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HashSet::from([1,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HashSet::from([3, 4, 5]);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union: HashSet&lt;_&gt;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a.union(&amp;b).collect();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{1, 2, 3, 4, 5}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intersection — перетин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inter: HashSet&lt;_&gt;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a.intersection(&amp;b).collect();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{3}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difference — різниця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diff: HashSet&lt;_&gt;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a.difference(&amp;b).collect();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{1, 2} — є в a, немає в 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86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symmetric_difference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sym: HashSet&lt;_&gt;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a.symmetric_difference(&amp;b).collect();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{1, 2, 4, 5} — XOR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Перевірки множин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HashSet::from([1,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HashSet::from([1, 2]);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 = HashSet::from([4, 5]);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is_subset — чи A ⊆ B?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b.is_subset(&amp;a)     // true — b є підмножиною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a.is_subset(&amp;b)     // false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is_superset — чи A ⊇ B?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a.is_superset(&amp;b)   // true — a містить 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is_disjoint — чи не перетинаються?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a.is_disjoint(&amp;c)   // true — немає спільних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a.is_disjoint(&amp;b)   // false — є спільні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 рівності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HashSet::from([3, 2, 1])  // true (порядок не важливий)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BTreeMap&lt;K, V&gt;: впорядкований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BTreeMap — HashMap з впорядкованими ключами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Ключі завжди відсортовані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Операції O(log n) замість O(1)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Ключ має реалізовувати Ord (не Hash!)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std::collections::BTreeMap;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 = BTreeMap::new();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map.insert("c", 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map.insert("a",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map.insert("b", 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Ітерація — завжди в порядку ключів!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(k, v) in &amp;map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println!("{}: {}", k, v);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c: 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 — діапазон ключів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(k, v) in map.range("a".."c") { ...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Специфічні методи BTreeMap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std::collections::BTreeMap;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 = BTreeMap::from([(1, "a"), (3, "c"), (5, "e"), (7, "g")]);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first_key_value / last_key_value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map.first_key_value()  // Some((&amp;1, &amp;"a"))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map.last_key_value()   // Some((&amp;7, &amp;"g"))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 — ітерація по діапазону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(k, v) in map.range(2..6)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(3, "c"), (5, "e")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 з Bound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std::ops::Bound;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map.range((Bound::Excluded(1), Bound::Included(5)))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(3, "c"), (5, "e")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pop_first / pop_last (видалити мін/макс)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 = 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map.pop_first()  // Some((1, "a"))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BTreeSet&lt;T&gt;: впорядкована множина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std::collections::BTreeSet;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set = BTreeSet::new();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set.insert(3);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set.insert(1);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set.insert(2);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Ітерація — завжди відсортовано!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&amp;set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x);  // 1, 2,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first / last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set.first()  // Some(&amp;1)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set.last()   // Some(&amp;3)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set.range(1..3)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1,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pop_first / pop_last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set.pop_first()  // Some(1)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BTreeSet = BTreeMap&lt;T, ()&gt; — ті самі O(log n) операції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HashMap vs BTreeMap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HashMap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BTreeMap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Пошук/вставка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O(log 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Порядок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Не гарантований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Відсортований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Вимоги до 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Hash + Eq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range()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first/last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Пам'ять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Більше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Менше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Коли?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Швидкий пошук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Потрібен порядок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546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* амортизована складність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Як обрати колекцію?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Послідовність? → Vec, VecDeque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Унікальні значення?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Не потрібен порядок → HashSet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Потрібен порядок → BTreeSet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Пари ключ-значення?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Не потрібен порядок → HashMap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Потрібен порядок ключів → BTreeMap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Черга з пріоритетами? → BinaryHeap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Граф? → HashMap&lt;Node, Vec&lt;Node&gt;&gt;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Виявлені цілі (HashSet)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#[derive(Hash, Eq, PartialEq,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TargetId(u32);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TargetTracker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detected: HashSet&lt;TargetId&gt;,      // Виявлені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confirmed: HashSet&lt;TargetId&gt;,     // Підтверджені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engaged: HashSet&lt;TargetId&gt;,       // Атаковані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TargetTracker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Нові виявлені (ще не підтверджені)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pending(&amp;self) -&gt; HashSet&lt;&amp;TargetId&gt;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self.detected.difference(&amp;self.confirmed).collect()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Підтверджені, але ще не атаковані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available(&amp;self) -&gt; HashSet&lt;&amp;TargetId&gt;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self.confirmed.difference(&amp;self.engaged).collect()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Чи ціль уже в обробці?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is_tracked(&amp;self, id: &amp;TargetId)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self.detected.contains(id) || self.confirmed.contains(id)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Зони покриття сенсорів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#[derive(Hash, Eq, PartialEq,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GridCell { x: i32, y: i32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CoverageMap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Які клітинки покриває кожен дрон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drone_coverage: HashMap&lt;u32, HashSet&lt;GridCell&gt;&gt;,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CoverageMap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Загальне покриття всіх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total_coverage(&amp;self) -&gt; HashSet&lt;GridCell&gt;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self.drone_coverage.values()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.fold(HashSet::new(), |acc, cells|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acc.union(cells).cloned().collect()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Клітинки без покриття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uncovered(&amp;self, all_cells: &amp;HashSet&lt;GridCell&gt;) -&gt; HashSet&lt;GridCell&gt;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all_cells.difference(&amp;self.total_coverage()).cloned().collect()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Клітинки з подвійним покриттям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overlapping(&amp;self) -&gt; HashSet&lt;GridCell&gt;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Знайти клітинки, що покриваються &gt; 1 дроном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Кеш обчислених маршрутів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#[derive(Hash, Eq, PartialEq,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RouteKey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from: GridCell,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GridCell,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RouteCache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cache: HashMap&lt;RouteKey, Vec&lt;GridCell&gt;&gt;,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max_size: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RouteCache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get_or_compute&lt;F&gt;(&amp;mut self, key: RouteKey, compute: F) -&gt; &amp;Vec&lt;GridCell&gt;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F: FnOnce() -&gt; Vec&lt;GridCell&gt;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!self.cache.contains_key(&amp;key)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self.cache.len() &gt;= self.max_size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Простий варіант: очистити весь кеш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self.cache.clear();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route = compute();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self.cache.insert(key.clone(), route);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self.cache.get(&amp;key).unwrap()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Граф зв'язків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CommunicationGraph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Хто з ким може спілкуватись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connections: HashMap&lt;u32, HashSet&lt;u32&gt;&gt;,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CommunicationGraph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add_link(&amp;mut self, a: u32, b: u32)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self.connections.entry(a).or_default().insert(b);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self.connections.entry(b).or_default().insert(a);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can_communicate(&amp;self, a: u32, b: u32)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self.connections.get(&amp;a)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.map(|peers| peers.contains(&amp;b))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.unwrap_or(false)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Всі досяжні агенти від заданого (BFS)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reachable_from(&amp;self, start: u32) -&gt; HashSet&lt;u32&gt;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visited = HashSet::new();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queue = vec![start];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Some(node) = queue.pop()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visited.insert(node)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let Some(neighbors) = self.connections.get(&amp;node)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queue.extend(neighbors.iter().filter(|n| !visited.contains(n)));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Пріоритетна черга цілей (BTreeMap)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std::collections::BTreeMap;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PriorityTargetQueue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Priority (вище = важливіше) → Vec цілей з цим пріоритетом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queue: BTreeMap&lt;u8, Vec&lt;TargetId&gt;&gt;,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PriorityTargetQueue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add(&amp;mut self, target: TargetId, priority: u8)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self.queue.entry(priority).or_default().push(target);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Взяти найпріоритетнішу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pop_highest(&amp;mut self) -&gt; Option&lt;TargetId&gt;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last_entry — найбільший ключ (найвищий пріоритет)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Some(mut entry) = self.queue.last_entry()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target = entry.get_mut().pop();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entry.get().is_empty()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entry.remove();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Агрегація даних від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DataAggregator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Останні дані від кожного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latest_reports: HashMap&lt;u32, SensorReport&gt;,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Всі унікальні виявлені об'єкти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all_objects: HashSet&lt;ObjectId&gt;,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Кількість виявлень кожного об'єкта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detection_count: HashMap&lt;ObjectId, 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DataAggregator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process_report(&amp;mut self, drone_id: u32, report: SensorReport)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Оновити останній звіт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self.latest_reports.insert(drone_id, report.clone());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Додати виявлені об'єкти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obj_id in report.detected_objects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self.all_objects.insert(obj_id);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*self.detection_count.entry(obj_id).or_insert(0)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Об'єкти, виявлені кількома дронами (підтверджені)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confirmed_objects(&amp;self, min_detections: u32) -&gt; HashSet&lt;&amp;ObjectId&gt;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self.detection_count.iter()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.filter(|(_, &amp;count)| count &gt;= min_detections)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.map(|(id, _)| 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Мутація під час ітерації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(k, v) in &amp;map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map.remove(k); // ❌ 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collect + окремий цикл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f64 як ключ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f64 не реалізує Hash!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map: HashMap&lt;f64, String&gt;;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OrderedFloat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Очікування порядку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HashMap не гарантує порядок!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BTreeMap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use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HashMap не в prelude!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🎯 Оптимізація: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with_capacity() — якщо знаєте приблизний розмір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Entry API — уникати подвійного пошуку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shrink_to_fit() — звільнити пам'ять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🔧 Вибір: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HashMap — за замовчуванням (O(1))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BTreeMap — коли потрібен порядок або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HashSet — унікальність без значень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HashMap&lt;DroneId, Drone&gt; — реєстр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HashSet&lt;TargetId&gt; — відстеження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HashMap&lt;Pos, CellType&gt; — карта світу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BTreeMap&lt;Priority, Vec&lt;Task&gt;&gt; — черга задач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всіх колекцій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Колекція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Пошук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Порядок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Vec&lt;T&gt;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Послідовність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Вставки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HashMap&lt;K,V&gt;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BTreeMap&lt;K,V&gt;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O(log 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Ключ 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HashSet&lt;T&gt;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BTreeSet&lt;T&gt;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O(log 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Значення 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VecDeque&lt;T&gt;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Черга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Вставки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BinaryHeap&lt;T&gt;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Пріор. черга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O(log 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Пріоритет 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HashMap&lt;K, V&gt;: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Пари ключ-значення, пошук O(1)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Entry API для умовних операцій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Ключ: Hash + Eq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HashSet&lt;T&gt;: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Унікальні значення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Множинні операції: union, intersection, difference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BTreeMap / BTreeSet: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Впорядковані версії (O(log n))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Методи range(), first(), last()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Реєстр дронів, карта світу, трекінг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Графи зв'язків, кеш маршрутів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Обробка помилок (Option та Result)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Базове: Реалізуйте підрахунок частоти слів у тексті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з виводом топ-10 найчастіших.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Реєстр: Створіть DroneRegistry з методами: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register(), unregister(), get_by_id()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get_by_role() — всі дрони певної ролі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count_by_status() → HashMap&lt;Status, usize&gt;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Карта світу: Реалізуйте WorldMap: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update_cell(), get_cell()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find_path() — пошук шляху (BFS)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get_obstacles_in_radius()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Граф зв'язків: CommunicationNetwork: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add_connection(), remove_connection()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is_connected() — чи є шлях між двома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find_isolated() — ізольовані вузли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HashMap • HashSet • BTreeMap • BTreeSet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HashMap та HashSet Частина 2</dc:title>
  <dc:subject>PptxGenJS Presentation</dc:subject>
  <dc:creator>О.С. Бичков</dc:creator>
  <cp:lastModifiedBy>О.С. Бичков</cp:lastModifiedBy>
  <cp:revision>1</cp:revision>
  <dcterms:created xsi:type="dcterms:W3CDTF">2026-01-02T17:00:13Z</dcterms:created>
  <dcterms:modified xsi:type="dcterms:W3CDTF">2026-01-02T17:00:13Z</dcterms:modified>
</cp:coreProperties>
</file>