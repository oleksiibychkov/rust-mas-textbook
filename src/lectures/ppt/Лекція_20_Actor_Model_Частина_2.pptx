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20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Actor Model: Реалізація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Практична реалізація на Tokio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Handle • Supervision • Stash • Timers •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Production-ready Agent Actors для МАС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Реалізація та патерни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Actor на Tokio — базова структура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ActorHandle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Typed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Request-Reply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Actor з таймерами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Stash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Become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Supervision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Supervisor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Actor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Agent Actor повністю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Coordinator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Supervision hierarchy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Full swarm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Testing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Best practices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на Tokio — базова структура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Actor = struct + mailbox receiver + run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Private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Mailbox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mpsc::Receiver&lt;MyActorMessage&gt;,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MyActorMessage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GetValue { reply: oneshot::Sender&lt;i32&gt;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new(receiver: mpsc::Receiver&lt;MyActorMessage&gt;)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"MyActor".to_string(),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receiver,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Main actor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Some(msg) = self.receiver.recv().await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self.handle_message(msg);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Обробка повідомлень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handle_message(&amp;mut self, msg: MyActorMessage)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MyActorMessage::Increment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self.counter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println!("Counter: {}", self.counter);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MyActorMessage::Decrement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self.counter -=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println!("Counter: {}", self.counter);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MyActorMessage::GetValue {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Надсилаємо відповідь через oneshot channel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reply.send(self.counter);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Запуск актора: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actor = MyActor::new(rx);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tokio::spawn(actor.run());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Надсилання повідомлень: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tx.send(MyActorMessage::Increment).await.unwrap();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ActorHandle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tokio::sync::{mpsc, oneshot};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Handle — публічний API для взаємодії з актором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MyActorHandle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mpsc::Sender&lt;MyActorMessage&gt;,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MyActorHandle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Створює актора і повертає handle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receiver)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 = MyActor::new(receiver);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Spawn actor 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tokio::spawn(actor.run());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MyActorHandle { sender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Fire-and-forget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increment(&amp;self) -&gt; Result&lt;(), SendError&gt;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self.sender.send(MyActorMessage::Increment).await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Request-Reply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get_value(&amp;self) -&gt; Result&lt;i32,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self.sender.send(MyActorMessage::GetValue { reply: tx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rx.await.map_err(|_| ActorError::ActorDied)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Typed Messages — сильна типізація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Кожна операція — окремий message з типізованою відповіддю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AgentMessage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Commands (no response)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StartPatrol { area: Area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Queries (with typed response)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oneshot::Sender&lt;AgentStatus&gt;,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GetBattery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oneshot::Sender&lt;u8&gt;,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Complex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ExecuteMission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mission: 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oneshot::Sender&lt;Result&lt;MissionResult, MissionError&gt;&gt;,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методи інкапсулюють message creation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get_position(&amp;self) -&gt; Result&lt;Position,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self.send(AgentMessage::GetPosition { reply: tx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rx.await.map_err(|_| ActorError::ActorDied)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Request-Reply з timeout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tokio::time::{timeout, Duration};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Generic request-reply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request&lt;R&gt;(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msg_fn: impl FnOnce(oneshot::Sender&lt;R&gt;) -&gt; AgentMessage,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timeout_duration: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Result&lt;R,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Надсилаємо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self.sender.send(msg_fn(tx)).await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ActorError::MailboxFull)?;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відповідь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timeout(timeout_duration, rx).await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ActorError::Timeout)?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ActorError::ActorDied)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get_status(&amp;self) -&gt; Result&lt;AgentStatus,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|reply| AgentMessage::GetStatus { reply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Duration::from_secs(5),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Помилки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ActorError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MailboxFull,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ActorDied,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з таймерами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tokio::time::{interval, Duration};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Періодичний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Повідомлення мають пріоритет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Some(msg) = self.receiver.recv()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self.handle_message(msg).await.is_break()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Періодичний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self.on_tick().await;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Оновлення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self.update_position();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self.check_battery();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self.scan_environment();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handle_message(&amp;mut self, msg: AgentMessage) -&gt; ControlFlow&lt;()&gt;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AgentMessage::Stop =&gt; ControlFlow::Break(()),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{ self.process(msg).await; ControlFlow::Continue(())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Stash Pattern — відкладання повідомлень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std::collections::VecDeque;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stash: VecDeque&lt;AgentMessage&gt;,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mpsc::Receiver&lt;AgentMessage&gt;,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Initializing,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Busy,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handle_message(&amp;mut self, msg: AgentMessage)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(&amp;self.state, &amp;msg)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В стані Initializing — stash все крім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(AgentState::Initializing, AgentMessage::Initialize(config))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self.initialize(config).await;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AgentState::Ready;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self.unstash_all().await;  // Обробити stashed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(AgentState::Initializing, _)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self.stash.push_back(msg);  // Відкласти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В стані Ready — обробляємо нормально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(AgentState::Ready, _)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self.process(msg).await;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В стані Busy — stash нові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(AgentState::Busy, _)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self.stash.push_back(msg);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unstash_all(&amp;mut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Some(msg) = self.stash.pop_front()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self.handle_message(msg).await;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Become Pattern — зміна поведінки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Behavior — функція обробки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Behavior = Box&lt;dyn FnMut(&amp;mut Agent, AgentMessage) -&gt; Option&lt;Behavior&gt;&gt;;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behavior: Behavior,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idle_behavior() -&gt; Behavior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Box::new(|agent, msg|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AgentMessage::StartMission(m)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agent.current_mission = Some(m);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Some(Agent::mission_behavior())  // BECOME 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=&gt; None,  // Keep current behavior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mission_behavior() -&gt; Behavior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Box::new(|agent, msg|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AgentMessage::MissionComplete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agent.current_mission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Some(Agent::idle_behavior())  // BECOME idle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AgentMessage::Abort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Some(Agent::returning_behavior())  // BECOME returning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=&gt;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AgentMessage)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Some(new_behavior) = (self.behavior)(self, msg)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self.behavior = new_behavior;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Supervision Strategies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Supervision — обробка помилок через ієрархію акторів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Erlang/OTP strategies: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1️⃣ One-for-One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Якщо child падає — restart тільки його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2️⃣ One-for-All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Якщо один child падає — restart всіх children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3️⃣ Rest-for-One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Restart failed child та всіх створених після нього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4️⃣ Simple-One-for-One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Для динамічних children однакового типу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SupervisionStrategy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OneForOne { max_restarts: u32, within: Duration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OneForAll { max_restarts: u32, within: Duration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RestForOne { max_restarts: u32, within: Duration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SupervisionDecision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Escalate,  // Передати проблему вище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Supervisor Actor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Supervisor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JoinSet&lt;Result&lt;(), ActorError&gt;&gt;,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child_specs: HashMap&lt;ActorId, ChildSpec&gt;,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 SupervisionStrategy,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restart_counts: HashMap&lt;ActorId, RestartHistory&gt;,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Supervisor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Чекаємо на завершення будь-якого child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Some(result) = self.children.join_next().await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Ok(Ok(()))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Child завершився нормально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Ok(Err(error))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Child повернув помилку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self.handle_child_failure(error).await;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Err(join_error)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Child panicked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self.handle_child_panic(join_error).await;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handle_child_failure(&amp;mut self, error: ActorError)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self.strategy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SupervisionStrategy::OneForOne { max_restarts, within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self.can_restart(&amp;error.actor_id, max_restarts, within)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self.restart_child(error.actor_id).await;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self.stop_child(error.actor_id).await;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Registry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tokio::sync::RwLock;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Глобальний реєстр акторів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actors: RwLock&lt;HashMap&lt;ActorId, ActorEntry&gt;&gt;,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ActorEntry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handle: Box&lt;dyn Any + Send + Sync&gt;,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actor_type: &amp;'static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register&lt;H: Send + Sync + 'static&gt;(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 id: ActorId, handle: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self.actors.write().await.insert(id, ActorEntry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handle: Box::new(handle),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actor_type: std::any::type_name::&lt;H&gt;(),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get&lt;H: Clone + 'static&gt;(&amp;self, id: ActorId) -&gt; Option&lt;H&gt;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self.actors.read().await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.get(&amp;id)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.and_then(|e| e.handle.downcast_ref::&lt;H&gt;())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.cloned()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unregister(&amp;self, id: ActorId)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self.actors.write().await.remove(&amp;id);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Singleton pattern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REGISTRY: OnceCell&lt;Arc&lt;ActorRegistry&gt;&gt; = OnceCell::new();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 Actor — повна реалізація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AgentConfig,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mpsc::Receiver&lt;AgentMessage&gt;,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coordinator: CoordinatorHandle,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println!("[Agent {}] Started",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Some(msg) = self.receiver.recv()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match self.handle_message(msg).await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ControlFlow::Break(())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ControlFlow::Continue(())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self.cleanup().await;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println!("[Agent {}] Stopped",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self.update_state().await;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self.report_status().await;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 Handle — публічний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spawn(id: AgentId, config: AgentConfig, coord: CoordinatorHandle)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 = AgentActor::new(id, config, rx, coord);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tokio::spawn(actor.run());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AgentHandle { id, sender: tx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id(&amp;self) -&gt; AgentId { self.id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move_to(&amp;self, pos: Position)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self.sender.send(AgentMessage::MoveTo(pos)).await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ActorError::ActorDied)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get_status(&amp;self) -&gt; Result&lt;AgentStatus,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self.sender.send(AgentMessage::GetStatus { reply: tx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timeout(Duration::from_secs(5), rx).await??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shutdown(&amp;self)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self.sender.send(AgentMessage::Shutdown).await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ActorError::ActorDied)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 Actor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HashMap&lt;AgentId, AgentHandle&gt;,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missions: HashMap&lt;MissionId, Mission&gt;,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mpsc::Receiver&lt;CoordinatorMessage&gt;,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broadcast::Sender&lt;SwarmEvent&gt;,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println!("[Coordinator] Started");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Some(msg) = self.receiver.recv().await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CoordinatorMessage::RegisterAgent { id, handle,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self.agents.insert(id, 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_ = reply.send(Ok(()));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CoordinatorMessage::AgentReport { agent_id, report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self.handle_agent_report(agent_id, report).await;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CoordinatorMessage::AssignMission { mission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self.assign_mission(mission).await;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CoordinatorMessage::Shutdown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self.shutdown_all().await;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assign_mission(&amp;mut self, mission: Mission)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Some(agent) = self.find_best_agent(&amp;mission)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agent.execute_mission(mission.clone()).await.ok();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Supervision Hierarchy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Swarm Supervision Tree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┌──────────────┐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│ RootGuardian │ (top-level supervisor)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└──────┬───────┘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│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┌───────────────┼───────────────┐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▼               ▼               ▼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┌────────────┐  ┌────────────┐  ┌────────────┐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│Coordinator │  │  EventBus  │  │  Registry  │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Supervisor │  │   (Actor)  │  │   (Actor)  │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└─────┬──────┘  └────────────┘  └────────────┘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│ OneForOne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┌─────┴─────┬──────────┬─────────┐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▼           ▼          ▼         ▼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┌──────┐ ┌──────┐ ┌──────┐ ┌──────┐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│Agent1│ │Agent2│ │Agent3│ │AgentN│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└──────┘ └──────┘ └──────┘ └──────┘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Full Swarm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-&gt; Result&lt;(), Box&lt;dyn 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Створюємо інфраструктуру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registry = Arc::new(ActorRegistry::new());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(event_tx, _) = broadcast::channel(1000);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Запускаємо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coordinator = CoordinatorHandle::spawn(event_tx.clone());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registry.register("coordinator", coordinator.clone()).await;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Запускаємо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 = AgentHandle::spawn(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AgentId(i),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AgentConfig::default(),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coordinator.register_agent(agent.id(), agent.clone()).await?;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registry.register(format!("agent_{}", i), agent).await;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4. Graceful shutdown on Ctrl+C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tokio::signal::ctrl_c().await?;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coordinator.shutdown().await?;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Testing Actors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test_agent_actor()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mock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(coord_tx, mut coord_rx)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mock_coordinator = MockCoordinatorHandle::new(coord_tx);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 = AgentHandle::spawn(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AgentConfig::default(),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mock_coordinator,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Тест: команда MoveTo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agent.move_to(Position::new(10.0, 20.0)).await.unwrap();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Перевіряємо статус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status = agent.get_status().await.unwrap();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assert!(matches!(status.state, AgentState::Moving { ..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Тест: Coordinator отримує report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tokio::time::sleep(Duration::from_millis(200)).await;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report = coord_rx.recv().await.unwrap();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assert!(matches!(report, CoordinatorMessage::AgentReport { ..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agent.shutdown().await.unwrap();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Practices: Actors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DO: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actor — одна відповідальність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Immutable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Handle pattern для публічного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Timeout для request-reply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Supervision для fault tolerance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для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DON'T: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Blocking operations в actor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Shared mutable state між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Circular dependencies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Unbounded mailboxes в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Sync request-reply chains (deadlock risk)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кожен Agent = Actor з supervisor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Tips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Mailbox sizing: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Bounded для backpressure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Розмір = expected_rate × processing_time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Monitor mailbox length для alerts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Message passing: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Clone messages якщо потрібно broadcast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Arc&lt;Message&gt; для великих повідомлень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Batch processing де можливо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granularity: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занадто дрібні (overhead)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занадто великі (no parallelism)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actor на логічну сутність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Scaling: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Shard actors по ключу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Pool actors для stateless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Router pattern для load balancing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Реалізація Actor на Tokio: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= struct + mpsc receiver + run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Handle pattern — публічний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Request-Reply з oneshot + timeout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Advanced 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Timers — periodic tick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Stash — відкладання повідомлень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Become — зміна поведінки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Supervision — обробка помилок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Architecture: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 = Actor з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Coordinator = Actor supervisor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для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 Bus для broadcast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Actor Model на Tokio — практикум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Counter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Increment, Decrement, GetValue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Handle з typed methods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Unit tests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Timer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Periodic tick (100ms)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Broadcast tick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Shutdown on command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Agent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States: Idle, Moving, Scanning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Report to Coordinator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Stash commands while Busy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Supervisor: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OneForOne 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Max 3 restarts per minute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Escalate if exceeded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Full System: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Coordinator + 5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Integration tests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Actor Model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Actor • Handle • Supervision • Registry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Actor Model Частина 2</dc:title>
  <dc:subject>PptxGenJS Presentation</dc:subject>
  <dc:creator>О.С. Бичков</dc:creator>
  <cp:lastModifiedBy>О.С. Бичков</cp:lastModifiedBy>
  <cp:revision>1</cp:revision>
  <dcterms:created xsi:type="dcterms:W3CDTF">2026-01-02T19:31:00Z</dcterms:created>
  <dcterms:modified xsi:type="dcterms:W3CDTF">2026-01-02T19:31:00Z</dcterms:modified>
</cp:coreProperties>
</file>