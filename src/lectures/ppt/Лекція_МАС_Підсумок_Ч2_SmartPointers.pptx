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Підсумкова лекція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E422B"/>
                </a:solidFill>
              </a:rPr>
              <a:t>Smart Pointers та керування пам'яттю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EC9B0"/>
                </a:solidFill>
              </a:rPr>
              <a:t>Box • Rc • Arc • RefCell • Lifetimes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2194560"/>
            <a:ext cx="6400800" cy="10972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228600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4D4"/>
                </a:solidFill>
              </a:rPr>
              <a:t>Як керувати складними структурами даних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4D4D4"/>
                </a:solidFill>
              </a:rPr>
              <a:t>та спільним доступом у МАС?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4D4D4"/>
                </a:solidFill>
              </a:rPr>
              <a:t>Smart Pointers — відповідь Rust на ці питання.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2 з 4: Керування пам'яттю (Лекції 10-13)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Проблеми керування пам'яттю в МАС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Мультиагентна система створює унікальні виклики для пам'яті: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Рекурсивні структури даних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Дерева рішень, ієрархічні плани — структура посилається сама на себе.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Rust не знає розмір на етапі компіляції → потрібен Box.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Спільні дані між агентами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Карта світу, конфігурація — багато агентів читають одні дані.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Кожен агент не може "володіти" картою → потрібен Rc/Arc.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Мутація через спільні посилання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Спільний стан місії — агенти мають змінювати його.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Порушує правила borrowing → потрібен RefCell.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Посилання на частини структур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View на beliefs агента без копіювання.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Як гарантувати що дані живуть достатньо? → Lifetimes.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Box&lt;T&gt;: Проблема рекурсивних структур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Проблема: структура що містить саму себе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BDI агент має плани, де крок плану може містити підплан: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PlanStep::Sequence(vec![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   PlanStep::Action(fly),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   PlanStep::IfThen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       condition: ...,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       then_step: PlanStep::Sequence(...),  // ← Рекурсія!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       else_step: PlanStep::Action(...),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  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])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Чому це проблема для Rust?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Компілятор має знати РОЗМІР кожного типу на етапі компіляції.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Але розмір PlanStep залежить від того, скільки рівнів вкладеності...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А це може бути нескінченно! → Компілятор не може обчислити розмір.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Box&lt;T&gt;: Рішення через heap allocation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5943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Box&lt;T&gt; — розміщує дані на heap замість stack.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Розмір Box&lt;T&gt; ФІКСОВАНИЙ (розмір вказівника = 8 байт на 64-bit).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Самі дані — на heap, де розмір не обмежений.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5544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Крок плану BDI агента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PlanStep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Примітивна дія (атомарна)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Action(Action),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Послідовність кроків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Sequence(Vec&lt;PlanStep&gt;),  // Vec вже на heap, ОК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Умовне виконання — тут потрібен Box!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IfThen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condition: Condition,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then_step: Box&lt;PlanStep&gt;,  // Box&lt;T&gt; має фіксований розмір!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else_step: Option&lt;Box&lt;PlanStep&gt;&gt;,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Цикл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condition: Condition,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body: Box&lt;PlanStep&gt;,  // Рекурсія через Box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16352"/>
            <a:ext cx="80467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Тепер компілятор знає розмір: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Action — фіксований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Sequence — Vec (вказівник + len + capacity)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IfThen — Condition + Box (вказівник) + Option&lt;Box&gt; (вказівник)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Box&lt;T&gt;: Побудова плану патрулювання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Як виглядає реальний план з Box: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2344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Створення плану патрулювання для BDI агента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create_patrol_plan() -&gt; PlanStep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PlanStep::Sequence(vec![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1. Злетіти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PlanStep::Action(Action::TakeOff),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2. Поки є waypoints — обходити їх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PlanStep::While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condition: Condition::HasWaypoints,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body: Box::new(PlanStep::Sequence(vec![  // Box для рекурсії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// Летіти до наступного waypoint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PlanStep::Action(Action::FlyToNextWaypoint),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// Сканувати область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PlanStep::Action(Action::Scan { radius: 100.0 }),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// Якщо знайдено ціль — доповісти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PlanStep::IfThen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condition: Condition::TargetDetected,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then_step: Box::new(  // Ще один Box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PlanStep::Action(Action::ReportTarget)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else_step: None,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])),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3. Повернутись на базу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PlanStep::Action(Action::ReturnToBase),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Rc&lt;T&gt;: Проблема спільного володіння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Проблема: кілька власників одних даних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У Rust кожне значення має ОДНОГО власника (ownership).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Але в МАС часто потрібно, щоб КІЛЬКА агентів мали доступ до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ТИХ САМИХ даних: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Карта світу — всі 100 дронів читають ту саму карту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Конфігурація місії — всі агенти знають параметри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Спільний стан місії — прогрес, знайдені цілі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Наївний підхід — копіювати: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let map_copy1 = world_map.clone();  // 10 MB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let map_copy2 = world_map.clone();  // ще 10 MB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// 100 агентів × 10 MB = 1 GB пам'яті!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Потрібен спосіб ДІЛИТИ дані без копіювання.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Rc&lt;T&gt;: Reference Counting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868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Rc&lt;T&gt; (Reference Counted) — дозволяє мати кілька "власників".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Як це працює: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Дані зберігаються на heap ОДИН раз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Rc зберігає лічильник посилань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Rc::clone() — НЕ копіює дані, лише збільшує лічильник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Коли останній Rc виходить зі scope — дані звільняються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8288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std::rc::Rc;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Карта світу — створюємо ОДИН раз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world_map = Rc::new(WorldMap::load("map.json"));  // Лічильник = 1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Кожен агент отримує свій Rc (дешевий clone — тільки +1 до лічильника)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agent1_map = Rc::clone(&amp;world_map);  // Лічильник =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agent2_map = Rc::clone(&amp;world_map);  // Лічильник =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agent3_map = Rc::clone(&amp;world_map);  // Лічильник = 4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Всі чотири Rc посилаються на ТІ САМІ дані!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world_map, agent1_map, agent2_map, agent3_map → [один WorldMap]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Коли agent1_map виходить зі scope — лічильник =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Коли всі виходять — лічильник = 0 → дані звільняються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44952"/>
            <a:ext cx="804672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Rc::clone() — О(1), копіює лише вказівник + інкремент лічильника.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Це НАБАГАТО дешевше ніж clone() самих даних!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Arc&lt;T&gt;: Atomic Reference Counting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417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271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Обмеження Rc: НЕ працює між потоками!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Rc використовує звичайний лічильник. Якщо два потоки одночасно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зроблять clone() — виникне data race (невизначена поведінка).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Rust це забороняє: Rc НЕ реалізує Send trait → не можна передати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в інший потік.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Рішення: Arc&lt;T&gt; (Atomic Reference Counted)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Arc працює так само як Rc, але використовує атомарний лічильник,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що безпечний для багатопотоковості.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23774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std::sync::Arc;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Спільна карта для багатопотокового рою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world_map = Arc::new(WorldMap::load("map.json"));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Запускаємо 100 агентів у різних потоках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handles: Vec&lt;_&gt; = (0..100).map(|id|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map = Arc::clone(&amp;world_map);  // Кожен потік отримує Arc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agent = DroneAgent::new(id, map);  // Агент має доступ до карти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agent.run();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}).collect();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Rc vs Arc: Коли що використовувати?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146304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Критерій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Rc&lt;T&gt;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Arc&lt;T&gt;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Потокобезпечність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❌ Один потік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✅ Багато потоків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Продуктивність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Швидший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Трохи повільніший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Overhead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Звичайний лічильник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Атомарні операції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Traits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!Send, !Sync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Send, Sync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Use 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Однопотокові симуляції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Паралельні МАС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2423160"/>
            <a:ext cx="8229600" cy="10058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2496312"/>
            <a:ext cx="804672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Правило вибору: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Однопотоковий код (рання розробка, тести) → Rc&lt;T&gt;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Багатопотоковий код (production МАС) → Arc&lt;T&gt;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У реальних МАС майже завжди потрібен Arc, бо агенти працюють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у різних потоках або async задачах.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Arc трохи повільніший через атомарні операції, але ця різниця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незначна порівняно з вартістю копіювання даних.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RefCell&lt;T&gt;: Проблема мутації через спільне посилання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Проблема: правила borrowing занадто суворі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Rust borrowing rules: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Можна мати багато &amp;T (іммутабельних посилань) АБО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Один &amp;mut T (мутабельне посилання), НЕ обидва одночасно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Але з Rc&lt;T&gt; ми маємо багато "власників" → тільки &amp;T доступ!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let shared_state = Rc::new(MissionState::new());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let state_ref1 = Rc::clone(&amp;shared_state);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let state_ref2 = Rc::clone(&amp;shared_state);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// Як змінити state? Всі мають тільки &amp;MissionState!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state_ref1.targets_found.push(target);  // ❌ Не можна!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Потрібен механізм для мутації "зсередини" іммутабельного посилання.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Це називається Interior Mutability.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RefCell&lt;T&gt;: Interior Mutability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6858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RefCell&lt;T&gt; переносить перевірку borrowing з compile-time на runtime.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borrow() — отримати &amp;T (перевірка в runtime)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borrow_mut() — отримати &amp;mut T (перевірка в runtime)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Порушення правил → panic!, не compile error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6459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std::cell::RefCell;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std::rc::Rc;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Спільний стан місії з interior mutability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SharedMissionState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targets_found: RefCell&lt;Vec&lt;TargetId&gt;&gt;,  // Можна змінювати!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area_scanned: RefCell&lt;f32&gt;,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mission_status: RefCell&lt;MissionStatus&gt;,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Кілька агентів мають Rc на той самий стан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mission = Rc::new(SharedMissionState::new());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agent1_mission = Rc::clone(&amp;mission);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agent2_mission = Rc::clone(&amp;mission);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Агент 1 знаходить ціль і записує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agent1_mission.targets_found.borrow_mut().push(target_id);  // Runtime check!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Агент 2 оновлює площу сканування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*agent2_mission.area_scanned.borrow_mut() += 100.0;  // Runtime check!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Читання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count = agent1_mission.targets_found.borrow().len();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13639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⚠️ RefCell — тільки для однопотокового коду!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Для багатопотоковості: Arc&lt;Mutex&lt;T&gt;&gt; замість Rc&lt;RefCell&lt;T&gt;&gt;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RefCell&lt;T&gt;: Небезпека runtime помилок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RefCell переносить перевірку на runtime → можливі паніки!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Якщо порушити правила borrowing: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4173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state = RefCell::new(vec![1, 2, 3]);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ПАНІКА! Два мутабельні borrow одночасно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ref1 = state.borrow_mut();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ref2 = state.borrow_mut();  // panic: already borrowed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ПАНІКА! Мутабельний + іммутабельний одночасно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ref1 = state.borrow();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ref2 = state.borrow_mut();  // panic: already borrowed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8229600" cy="9144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21992"/>
            <a:ext cx="80467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Як уникати паніки: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Мінімізуйте час borrow — звільняйте якнайшвидше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Використовуйте try_borrow() / try_borrow_mut() для перевірки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Структуруйте код щоб borrow не перетинались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В МАС: краще використовувати channels замість RefCell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57200"/>
            <a:ext cx="8229600" cy="3154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502920"/>
            <a:ext cx="804672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Правильно: короткий borrow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data = state.borrow_mut();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data.push(value);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// borrow закінчується тут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Тепер можна знову borrow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Mutex&lt;T&gt;: Thread-safe interior mutability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6858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Mutex — багатопотоковий аналог RefCell.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lock() — заблокувати та отримати доступ (блокує потік!)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Автоматичне розблокування при виході зі scope (RAII)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Arc&lt;Mutex&lt;T&gt;&gt; — стандартний патерн для спільного мутабельного стану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6459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std::sync::{Arc, Mutex};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Спільний стан рою (thread-safe)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SwarmState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targets: Mutex&lt;HashMap&lt;TargetId, TargetInfo&gt;&gt;,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stats: Mutex&lt;SwarmStats&gt;,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shared = Arc::new(SwarmState::new());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У кожному потоці/агенті: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state = Arc::clone(&amp;shared);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Блокуємо для запису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targets = state.targets.lock().unwrap();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targets.insert(id, info);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lock автоматично звільняється при drop targets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Оновлюємо статистику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stats = state.stats.lock().unwrap();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stats.targets_found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44952"/>
            <a:ext cx="804672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⚠️ Небезпека deadlock! Якщо потік A тримає lock1 і чекає lock2,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а потік B тримає lock2 і чекає lock1 → обидва заблоковані назавжди.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RwLock&lt;T&gt;: Оптимізація для read-heavy даних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Проблема Mutex: блокує ВСІХ, навіть тих хто тільки читає.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Якщо 100 агентів хочуть прочитати карту — всі чекають один на одного.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Але читання не конфліктує з читанням!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RwLock (Read-Write Lock):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read() — багато потоків можуть читати одночасно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write() — тільки один може писати (блокує всіх)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9659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std::sync::{Arc, RwLock};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Карта світу — часто читається, рідко оновлюється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world_map = Arc::new(RwLock::new(WorldMap::new()));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У кожному агенті: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map = Arc::clone(&amp;world_map);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Читання — багато одночасно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map_read = map.read().unwrap();  // Не блокує інших readers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cell = map_read.get_cell(x, y);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// read lock звільняється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Запис — ексклюзивно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map_write = map.write().unwrap();  // Блокує всіх!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map_write.update_cell(x, y, new_type);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// write lock звільняється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27832"/>
            <a:ext cx="8046720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Коли що: Mutex для часто змінюваних даних, RwLock для read-heavy.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Lifetimes: Проблема посилань на частини структур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554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Проблема: створити view без копіювання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Уявіть, що система аналізу хоче переглянути beliefs агента: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fn analyze(beliefs: &amp;BeliefBase) -&gt; Analysis { ...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Але BeliefBase великий! Аналізатору потрібна тільки частина: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targets (для аналізу загроз)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position (для оцінки дистанцій)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Ми можемо передати посилання на ЧАСТИНИ структури.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Але як Rust гарантує, що ці посилання залишаться валідними?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8229600" cy="6858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87752"/>
            <a:ext cx="8046720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Lifetime — це відповідь Rust на питання: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"Як довго це посилання буде валідним?"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Lifetime annotation ('a) — спосіб сказати компілятору про зв'язок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між часом життя різних посилань.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Lifetimes: View на beliefs агента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View на частину beliefs — без копіювання!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'a означає: "ці посилання живуть стільки ж, скільки джерело"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BeliefView&lt;'a&gt;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targets: &amp;'a HashMap&lt;TargetId, TargetBelief&gt;,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position: &amp;'a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battery: &amp;'a u8,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DroneAgent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Створити легкий view для аналізу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Lifetime 'a = час життя self (агента)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belief_view(&amp;self) -&gt; BeliefView&lt;'_&gt;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BeliefView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targets: &amp;self.beliefs.known_targets,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position: &amp;self.position,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battery: &amp;self.battery,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agent = DroneAgent::new();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view = agent.belief_view();  // view позичає дані з agent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view живе поки agent живе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analyze_threats(&amp;view);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Якщо agent буде переміщений/знищений — view стане невалідним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Rust НЕ ДОЗВОЛИТЬ це скомпілювати!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999232"/>
            <a:ext cx="8046720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'_ — anonymous lifetime, компілятор виводить автоматично.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Lifetimes гарантують: view ніколи не переживе agent.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Lifetimes: Функції з кількома посиланнями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73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Коли функція приймає/повертає посилання — потрібні lifetimes: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2801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Знайти найближчу загрозу з view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'a зв'язує lifetime повернення з lifetime входу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find_nearest_threat&lt;'a&gt;(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view: &amp;'a BeliefView&lt;'a&gt;,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Option&lt;&amp;'a TargetBelief&gt;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view.targets.values()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.filter(|t| t.threat_level &gt;= ThreatLevel::High)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.min_by_key(|t| t.position.distance_to(view.position) as i32)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Компілятор розуміє: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Повернуте &amp;TargetBelief живе не довше ніж view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view живе не довше ніж agent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&amp;TargetBelief валідний поки agent існує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7772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50592"/>
            <a:ext cx="804672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Lifetime elision rules — компілятор часто виводить lifetimes сам: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Один вхідний параметр → його lifetime присвоюється виходу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&amp;self → lifetime self присвоюється виходу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Явні 'a потрібні коли є неоднозначність.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Загальна картина: комбінації Smart Pointers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18288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Сценарій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Рішення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Приклад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Рекурсивна структура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Box&lt;T&gt;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Дерево планів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Спільне читання (1 потік)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Rc&lt;T&gt;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Спільна карта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Спільне читання (N потоків)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Arc&lt;T&gt;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Карта для рою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Спільний запис (1 потік)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Rc&lt;RefCell&lt;T&gt;&gt;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Стан місії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Спільний запис (N потоків)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Arc&lt;Mutex&lt;T&gt;&gt;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Статистика рою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Read-heavy (N потоків)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Arc&lt;RwLock&lt;T&gt;&gt;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World map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Посилання на частину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&amp;'a T, Lifetimes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BeliefView&lt;'a&gt;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2788920"/>
            <a:ext cx="8229600" cy="5943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2862072"/>
            <a:ext cx="804672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Ключове правило вибору: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Один потік: Rc&lt;T&gt;, Rc&lt;RefCell&lt;T&gt;&gt;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Багато потоків: Arc&lt;T&gt;, Arc&lt;Mutex&lt;T&gt;&gt;, Arc&lt;RwLock&lt;T&gt;&gt;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Краще уникати спільного мутабельного стану → Channels!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422B"/>
                </a:solidFill>
              </a:rPr>
              <a:t>Підсумок: Smart Pointers для МАС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23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Лекції 10-13 дали інструменти керування пам'яттю: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Box&lt;T&gt; — heap allocation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→ Рекурсивні структури (плани, дерева рішень)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→ Фіксований розмір вказівника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Rc&lt;T&gt; / Arc&lt;T&gt; — спільне володіння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→ Багато агентів → одні дані (карта, конфіг)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→ Rc для одного потоку, Arc для багатьох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RefCell&lt;T&gt; / Mutex&lt;T&gt; — interior mutability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→ Мутація через спільне посилання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→ RefCell для одного потоку, Mutex для багатьох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RwLock&lt;T&gt; — оптимізація для read-heavy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→ Карта світу: часто читається, рідко пишеться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Lifetimes ('a) — зв'язування часу життя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→ View на частини даних без копіювання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→ Гарантія валідності посилань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Частина 3: Паралелізм та асинхронність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МАС Підсумок Частина 2</dc:title>
  <dc:subject>PptxGenJS Presentation</dc:subject>
  <dc:creator>О.С. Бичков</dc:creator>
  <cp:lastModifiedBy>О.С. Бичков</cp:lastModifiedBy>
  <cp:revision>1</cp:revision>
  <dcterms:created xsi:type="dcterms:W3CDTF">2026-01-02T20:41:52Z</dcterms:created>
  <dcterms:modified xsi:type="dcterms:W3CDTF">2026-01-02T20:41:52Z</dcterms:modified>
</cp:coreProperties>
</file>