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10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RefCell&lt;T&gt; та Interior Mutability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Мутабельність через іммутабельні посилання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RefCell • Cell • borrow • borrow_mut • runtime checks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Приклади: лічильники агентів, кеш, мок-об'єкти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1: RefCell&lt;T&gt; — основи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Проблема: мутабельність через &amp;self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Interior Mutability — концепція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RefCell&lt;T&gt; — базове використання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borrow() та Ref&lt;T&gt;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borrow_mut() та RefMut&lt;T&gt;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Правила borrowing у runtime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Panic при порушенні правил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try_borrow() — безпечна альтернатива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RefCell у структурах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Патерн: Rc&lt;RefCell&lt;T&gt;&gt;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🤖 Лічильник операцій агента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Кеш розрахунків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Mock objects для тестів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Логер з буфером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Lifetime правила для Ref/RefMut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</a:rPr>
              <a:t>Частина 2: Cell&lt;T&gt;, OnceCell, LazyCell, патерни та порівняння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Проблема: мутабельність через &amp;self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Counter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Counter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&amp;mut self — потрібне мутабельне посилання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increment(&amp;mut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self.count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Проблема: Rc дає тільки &amp;T, не &amp;mut T!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std::rc::Rc;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counter = Rc::new(Counter { count: 0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counter.increment();  // ❌ Error: cannot borrow as mutable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Rc::get_mut(&amp;mut counter) — тільки якщо count == 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Як змінювати дані, що мають кілька власників?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Як змінювати поле через &amp;self (не &amp;mut self)?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</a:rPr>
              <a:t>Рішення: Interior Mutability — мутабельність "зсередини"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Interior Mutability — концепція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0515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Interior Mutability — патерн, що дозволяє мутувати дані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навіть коли є тільки іммутабельне посилання на них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Це "контрольоване порушення" правил borrowing: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Звичайно: &amp;T = read-only, &amp;mut T = read-write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Interior mutability: &amp;T може давати write access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93192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</a:rPr>
              <a:t>Compile-time (звичайне)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Компілятор перевіряє borrowing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✓ Гарантії на етапі компіляції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✗ Обмежена гнучкість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2011680"/>
            <a:ext cx="411480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057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Runtime (interior mutability)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23317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Перевірка під час виконання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✓ Більша гнучкість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✗ Panic при порушенні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UnsafeCell&lt;T&gt; — примітив; RefCell&lt;T&gt;, Cell&lt;T&gt; — безпечні обгортки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RefCell&lt;T&gt; — базове використання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RefCell обгортає значення, надаючи interior mutability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RefCell::new(5);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Зовні data — іммутабельний!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Але ми можемо змінювати внутрішнє значення: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borrow() — отримати &amp;T (immutable reference)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 = data.borrow();  // Повертає Ref&lt;T&gt;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println!("Value: {}", *r);  //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r dropped — borrow закінчився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borrow_mut() — отримати &amp;mut T (mutable reference)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r = data.borrow_mut();  // Повертає RefMut&lt;T&gt;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*r += 10;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println!("Value: {}", *r);  // 15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r dropped — borrow закінчився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println!("Final: {}", data.borrow());  //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borrow() та Ref&lt;T&gt;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std::cell::{RefCell, Ref};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RefCell::new(String::from("hello"));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borrow() повертає Ref&lt;T&gt; — smart pointer для immutable borrow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r1: Ref&lt;String&gt; = data.borrow();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r2: Ref&lt;String&gt; = data.borrow();  // ✓ Багато immutable OK!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println!("{}, {}", *r1, *r2);  // hello, hello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 автоматично реалізує Deref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println!("Length: {}", r1.len());  // Викликає String::len()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Ref::map — трансформація посилання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RefCell::new(vec![1, 2, 3]);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first: Ref&lt;i32&gt; = Ref::map(data.borrow(), |v| &amp;v[0]);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println!("First: {}", *first);  // 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Коли Ref dropped — borrow "звільняється"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drop(r1);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drop(r2);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Тепер можна borrow_mut()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borrow_mut() та RefMut&lt;T&gt;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std::cell::{RefCell, RefMut};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RefCell::new(vec![1, 2, 3]);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borrow_mut() повертає RefMut&lt;T&gt; — smart pointer для mutable borrow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r: RefMut&lt;Vec&lt;i32&gt;&gt; = data.borrow_mut();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RefMut реалізує DerefMut — можна мутувати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r.push(4);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r.push(5);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println!("{:?}", *r);  // [1, 2, 3, 4, 5]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drop(r);  // Звільняємо mutable borrow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Тепер можна знову borrow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println!("Final: {:?}", data.borrow());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RefMut::map — трансформація мутабельного посилання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RefCell::new((1, String::from("hello")));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second = RefMut::map(data.borrow_mut(), |t| &amp;mut t.1);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second.push_str(" world");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println!("{:?}", data.borrow());  // (1, "hello world")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Правила borrowing у runtime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RefCell застосовує ті самі правила, що й компілятор: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Багато immutable borrows одночасно — 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Один mutable borrow — 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✗ Mutable + будь-який інший borrow — PANIC!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93192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Дозволено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548640"/>
            <a:ext cx="8229600" cy="21945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9436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r1 = data.borrow();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r2 = data.borrow();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Два immutable — OK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drop(r1); drop(r2);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 = data.borrow_mut();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Один mutable — OK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874520"/>
            <a:ext cx="4114800" cy="13716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9202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Panic!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663440"/>
            <a:ext cx="8229600" cy="21945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0916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r1 = data.borrow();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 = data.borrow_mut();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panic: already borrowed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m1 = data.borrow_mut();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m2 = data.borrow_mut();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panic: already mutably borrowed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337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Порушення = panic у runtime, не compile error!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Panic при порушенні правил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RefCell::new(5);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Це спричинить panic!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r1 = data.borrow();      // immutable borrow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r2 = data.borrow_mut();  // ❌ PANIC!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Повідомлення: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thread 'main' panicked at 'already borrowed: BorrowMutError'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Типова помилка — забули drop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problematic(data: &amp;RefCell&lt;Vec&lt;i32&gt;&gt;)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first = data.borrow()[0];  // Temporary Ref живе до 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Ref dropped тут, все 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Але якщо зберегти: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 = data.borrow();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 все ще живе...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data.borrow_mut().push(4);  // ❌ PANIC!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Рішення: drop(r) перед borrow_mut()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try_borrow() — безпечна альтернатива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RefCell::new(5);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try_borrow() повертає Result, не паніку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data.try_borrow()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Ok(r) =&gt; println!("Value: {}", *r),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Err(_) =&gt; println!("Cannot borrow!"),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try_borrow_mut() — для мутабельного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 = data.borrow();  // immutable borrow active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data.try_borrow_mut()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Ok(mut m) =&gt; *m += 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Err(_) =&gt; println!("Cannot mutably borrow — already borrowed!"),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Виведе: "Cannot mutably borrow — already borrowed!"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Корисно для умовної логіки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Ok(mut m) = data.try_borrow_mut()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*m += 10;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Fallback логіка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RefCell у структурах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Counter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RefCell дозволяє мутувати через &amp;self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count: RefCell&lt;u32&gt;,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Counter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new(name: &amp;str)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count: RefCell::new(0),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name: name.to_string(),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&amp;self, не &amp;mut self!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increment(&amp;self)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*self.count.borrow_mut()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get(&amp;self) -&gt; u32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*self.count.borrow()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counter = Counter::new("operations");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counter.increment();  // Через &amp;self!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counter.increment();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println!("{}: {}", counter.name, counter.get());  // operations: 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Патерн: Rc&lt;RefCell&lt;T&gt;&gt;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std::rc::Rc;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Rc — спільне володіння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RefCell — interior mutability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Разом: спільне мутабельне володіння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SharedData = Rc&lt;RefCell&lt;Vec&lt;i32&gt;&gt;&gt;;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data: SharedData = Rc::new(RefCell::new(vec![1, 2, 3]));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Кілька власників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owner1 = Rc::clone(&amp;data);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owner2 = Rc::clone(&amp;data);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Будь-хто може мутувати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owner1.borrow_mut().push(4);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owner2.borrow_mut().push(5);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Всі бачать зміни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println!("owner1: {:?}", owner1.borrow());  // [1, 2, 3, 4, 5]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println!("owner2: {:?}", owner2.borrow());  // [1, 2, 3, 4, 5]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println!("data: {:?}", data.borrow());      // [1, 2, 3, 4, 5]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⚠️ Runtime перевірки все ще діють!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Лічильник операцій агента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AgentStats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moves: RefCell&lt;u64&gt;,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scans: RefCell&lt;u64&gt;,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messages_sent: RefCell&lt;u64&gt;,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messages_received: RefCell&lt;u64&gt;,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AgentStats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AgentStats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moves: RefCell::new(0),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scans: RefCell::new(0),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messages_sent: RefCell::new(0),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messages_received: RefCell::new(0),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record_move(&amp;self) { *self.moves.borrow_mut() += 1;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record_scan(&amp;self) { *self.scans.borrow_mut() += 1;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record_message_sent(&amp;self) { *self.messages_sent.borrow_mut() += 1;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record_message_received(&amp;self) { *self.messages_received.borrow_mut() += 1;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summary(&amp;self) -&gt; 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format!("Moves: {}, Scans: {}, Sent: {}, Received: {}",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self.moves.borrow(), self.scans.borrow(),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self.messages_sent.borrow(), self.messages_received.borrow())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Кеш розрахунків маршруту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PathCache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Кеш — мутується при доступі (lazy computation)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cache: RefCell&lt;HashMap&lt;(Position, Position), Vec&lt;Position&gt;&gt;&gt;,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PathCache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PathCache { cache: RefCell::new(HashMap::new())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Отримати шлях з кешу або обчислити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get_path(&amp;self, from: Position, to: Position) -&gt; Vec&lt;Position&gt;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key = (from, to);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Спочатку перевіряємо кеш (immutable borrow)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Some(path) = self.cache.borrow().get(&amp;key)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path.clone();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Не знайшли — обчислюємо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path = self.compute_path(from, to);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Зберігаємо в кеш (mutable borrow)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self.cache.borrow_mut().insert(key, path.clone());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compute_path(&amp;self, from: Position, to: Position) -&gt; Vec&lt;Position&gt;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A* або інший алгоритм...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vec![from, to]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Mock objects для тестування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Mock сенсор для тестів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MockSensor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readings: RefCell&lt;Vec&lt;f64&gt;&gt;,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call_count: RefCell&lt;u32&gt;,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MockSensor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new(readings: Vec&lt;f64&gt;)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MockSensor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readings: RefCell::new(readings),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call_count: RefCell::new(0),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Sensor for MockSensor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read(&amp;self) -&gt; Option&lt;f64&gt;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*self.call_count.borrow_mut()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self.readings.borrow_mut().pop()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#[test]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test_agent_uses_sensor()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mock = MockSensor::new(vec![1.0, 2.0, 3.0]);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agent = Agent::new(Box::new(mock));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agent.scan();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agent.scan();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Перевіряємо скільки разів викликали сенсор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assert_eq!(*mock.call_count.borrow(), 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Логер з буфером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BufferedLogger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buffer: RefCell&lt;Vec&lt;String&gt;&gt;,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max_size: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BufferedLogger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new(max_size: usize)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BufferedLogger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buffer: RefCell::new(Vec::with_capacity(max_size)),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max_size,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Логування через &amp;self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log(&amp;self, message: &amp;str)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buffer = self.buffer.borrow_mut();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buffer.push(format!("[{}] {}", timestamp(), message));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buffer.len() &gt;= self.max_size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self.flush_internal(&amp;mut buffer);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flush(&amp;self)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self.flush_internal(&amp;mut self.buffer.borrow_mut());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flush_internal(&amp;self, buffer: &amp;mut Vec&lt;String&gt;)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line in buffer.drain(..)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println!("{}", line);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Агент з внутрішнім станом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std::rc::Rc;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Публічні дані — звичайні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battery: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Внутрішній стан — через RefCell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internal_state: RefCell&lt;InternalState&gt;,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InternalState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path_cache: HashMap&lt;Position, Vec&lt;Position&gt;&gt;,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message_queue: Vec&lt;Message&gt;,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stats: AgentStats,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Обробити повідомлення — мутує internal_state через &amp;self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receive_message(&amp;self, msg: Message)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self.internal_state.borrow_mut().message_queue.push(msg);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self.internal_state.borrow_mut().stats.messages_received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Отримати статистику — читає internal_state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get_stats(&amp;self) -&gt; AgentStats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self.internal_state.borrow().stats.clone()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Lifetime правила для Ref/RefMut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RefCell::new(String::from("hello"));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 живе поки не dropped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 = data.borrow();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 активний тут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data.borrow_mut();  // ❌ Panic! r ще живий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r dropped тут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data.borrow_mut();  // ✓ OK — r вже dropped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ВАЖЛИВО: Temporary lifetimes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len = data.borrow().len();  // ✓ Ref dropped після 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Але не можна зберігати посилання на внутрішні дані!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s: &amp;str = &amp;*data.borrow();  // ❌ Ref dropped, s dangling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Правильно — через Ref::map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first_char: Ref&lt;char&gt; = Ref::map(data.borrow(), |s|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&amp;s.chars().next().unwrap_or(' 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Вкладені структури з RefCell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Outer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inner: RefCell&lt;Inner&gt;,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Inner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i32,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RefCell&lt;Vec&lt;i32&gt;&gt;,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outer = Outer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inner: RefCell::new(Inner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42,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data: RefCell::new(vec![1, 2, 3]),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Доступ до вкладених RefCell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inner = outer.inner.borrow();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inner.value — доступний напряму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println!("Value: {}", inner.value);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inner.data — ще один RefCell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inner.data.borrow_mut().push(4);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Обережно з вкладеними borrow!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Тримайте borrow якомога коротше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into_inner() та get_mut()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into_inner() — споживає RefCell, повертає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cell = RefCell::new(vec![1, 2, 3]);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vec: Vec&lt;i32&gt; = cell.into_inner();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cell більше не існує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println!("{:?}", vec);  // [1, 2, 3]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get_mut() — отримати &amp;mut T якщо маємо &amp;mut RefCell&lt;T&gt;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cell = RefCell::new(5);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Якщо маємо exclusive access — не потрібен runtime check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value: &amp;mut i32 = cell.get_mut();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*value += 10;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cell.into_inner());  // 15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replace() — замінити значення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cell = RefCell::new(5);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old = cell.replace(10);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println!("old: {}, new: {}", old, cell.borrow());  // old: 5, new: 10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swap() — обміняти значення двох RefCell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RefCell::new(1);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RefCell::new(2);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a.swap(&amp;b);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println!("a: {}, b: {}", a.borrow(), b.borrow());  // a: 2, b: 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Корисні методи Ref та RefMut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6459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Метод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Опис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Приклад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Ref::map(r, f)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Трансформувати Ref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Ref::map(r, |v| &amp;v.field)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Ref::filter_map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Map з Option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Ref::filter_map(r, |v| v.get(0))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Ref::clone(&amp;r)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Клонувати Ref (не T!)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let r2 = Ref::clone(&amp;r1);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RefMut::map(r, f)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Трансформувати RefMut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RefMut::map(r, |v| &amp;mut v.x)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RefMut::filter_map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Map з Option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RefMut::filter_map(...)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57200"/>
            <a:ext cx="8229600" cy="26517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50292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Ref::map — корисно для доступу до полів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RefCell::new((1, String::from("hello")));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second: Ref&lt;String&gt; = Ref::map(data.borrow(), |t| &amp;t.1);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*second);  // hello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Методи RefCell&lt;T&gt;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3774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Метод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Опис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Panic?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borrow()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Immutable borrow → Ref&lt;T&gt;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Так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borrow_mut()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Mutable borrow → RefMut&lt;T&gt;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Так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try_borrow()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Safe immutable → Result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Ні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try_borrow_mut()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Safe mutable → Result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Ні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into_inner()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Consume → 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Ні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get_mut()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&amp;mut RefCell → &amp;mut 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Ні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replace(v)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Замінити значення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Так*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swap(&amp;other)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Обміняти з іншим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Так*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take()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Замінити на Default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Так*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3375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* Panic якщо вже borrowed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Типові помилки з RefCell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1887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Забули drop Ref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 = data.borrow();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data.borrow_mut();  // ❌ Panic!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Рішення: drop(r);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1887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Borrow у циклі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_ in 0..10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 = data.borrow_mut();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 dropped в кінці ітерації — 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3931920" cy="10972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94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Зберігати &amp;T з Ref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s: &amp;str = &amp;*data.borrow();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Ref dropped, s dangling!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148840"/>
            <a:ext cx="41148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94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Використовуйте Ref::map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s: Ref&lt;str&gt; = Ref::map(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data.borrow(), |d| &amp;**d);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Підсумок: Частина 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RefCell&lt;T&gt; — interior mutability: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Мутабельність через &amp;self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Runtime borrow checking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Panic при порушенні правил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Основні методи: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borrow() → Ref&lt;T&gt;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borrow_mut() → RefMut&lt;T&gt;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try_borrow() / try_borrow_mut() — без panic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Патерн Rc&lt;RefCell&lt;T&gt;&gt;: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Спільне володіння + мутабельність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МАС: лічильники, кеш, mock objects, логери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Частина 2: Cell&lt;T&gt;, OnceCell, LazyCell, порівняння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RefCell Частина 1</dc:title>
  <dc:subject>PptxGenJS Presentation</dc:subject>
  <dc:creator>О.С. Бичков</dc:creator>
  <cp:lastModifiedBy>О.С. Бичков</cp:lastModifiedBy>
  <cp:revision>1</cp:revision>
  <dcterms:created xsi:type="dcterms:W3CDTF">2026-01-02T17:59:01Z</dcterms:created>
  <dcterms:modified xsi:type="dcterms:W3CDTF">2026-01-02T17:59:01Z</dcterms:modified>
</cp:coreProperties>
</file>