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7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</a:rPr>
              <a:t>Підсумкова лекція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E422B"/>
                </a:solidFill>
              </a:rPr>
              <a:t>Інтеграція технологій Rust у МАС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EC9B0"/>
                </a:solidFill>
              </a:rPr>
              <a:t>Від базових структур даних до Production-системи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194560"/>
            <a:ext cx="6400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2860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D4D4"/>
                </a:solidFill>
              </a:rPr>
              <a:t>Ця лекція показує, як 20 технологій Rust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4D4D4"/>
                </a:solidFill>
              </a:rPr>
              <a:t>об'єднуються в єдину архітектуру рою БПЛА.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4D4D4"/>
                </a:solidFill>
              </a:rPr>
              <a:t>Кожна технологія вирішує конкретну проблему МАС.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 з 4: Структури даних (Лекції 4-9)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Філософія інтеграції технологій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Кожна технологія Rust вирішує конкретну проблему МАС: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Мультиагентна система — це не просто "багато агентів". Це складна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екосистема, де потрібно вирішити десятки інженерних проблем: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 зберігати динамічні дані агента?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 швидко знаходити інформацію про світ?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 обробляти ситуації, коли дані відсутні?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 обробляти помилки без паніки системи?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 створити спільний інтерфейс для різних типів агентів?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 писати код, що працює з будь-яким типом агента?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Rust надає інструмент для кожної з цих проблем.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Наша задача — зрозуміти, КОЛИ і ЧОМУ використовувати кожен.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Карта технологій: від проблеми до рішення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6459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Проблема МАС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Технологія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Лекція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Приклад у рої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Динамічні колекції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Vec&lt;T&gt;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Історія позицій дрона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Швидкий пошук за ключем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HashMap&lt;K,V&gt;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Реєстр відомих цілей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Відсутність даних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Option&lt;T&gt;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Ціль може бути не знайдена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Операції що можуть провалитись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Result&lt;T,E&gt;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Команда може не виконатись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Спільний інтерфейс типів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Traits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trait Agent для всіх дронів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Код для будь-якого типу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Generics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Registry&lt;A: Agent&gt;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679192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Важливо розуміти: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Кожна технологія — це не просто "синтаксис Rust".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Це відповідь на конкретне питання проектування системи.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Коли ви бачите HashMap у коді МАС — це не випадковість.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Це свідомий вибір для забезпечення O(1) пошуку цілей.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Vec&lt;T&gt;: Проблема динамічних даних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737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Проблема, яку вирішує Vec: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Агент БПЛА працює в динамічному середовищі. Він постійно: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Записує свої позиції для аналізу траєкторії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Накопичує список виявлених цілей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Отримує нові waypoints від координатора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Буферизує команди для виконання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Всі ці дані мають спільну властивість: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їх кількість НЕВІДОМА на етапі компіляції.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Масив [T; N] не підходить — розмір N має бути константою.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Нам потрібна структура, що росте динамічно.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70632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Чому саме Vec?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Гарантований O(1) доступ за індексом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Амортизований O(1) для push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Дані розташовані послідовно в пам'яті (cache-friendly)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Володіє своїми елементами (ownership)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Vec&lt;T&gt;: Застосування в агенті БПЛА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Типові сценарії використання Vec у дроні: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73126"/>
            <a:ext cx="8229600" cy="2445316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2636"/>
            <a:ext cx="8046720" cy="18586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DroneAgent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Історія позицій — для аналізу траєкторії та виявлення аномалій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Зберігаємо останні 1000 точок для ковзного вікна аналізу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position_history: Vec&lt;Position&gt;,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Waypoints поточної місії — координатор надсилає список точок,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дрон послідовно відвідує кожну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patrol_waypoints: Vec&lt;Position&gt;,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Виявлені цілі — накопичуються під час сканування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detected_targets: Vec&lt;Target&gt;,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Черга команд — буферизація коли команди надходять швидше,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ніж дрон встигає виконувати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command_queue: Vec&lt;Command&gt;,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1945" y="3718442"/>
            <a:ext cx="8229600" cy="1280160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1844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Ключові операції з Vec у контексті МАС: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push() — додати нову позицію, ціль, команду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get(index) — отримати конкретний waypoint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iter() — обійти всі цілі для аналізу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retain() — видалити застарілі записи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len() — перевірити чи є ще waypoints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Vec&lt;T&gt;: Типові патерни в МАС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Патерн 1: Ковзне вікно (Rolling Window)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Для аналізу траєкторії нам не потрібна ВСЯ історія.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Достатньо останніх N записів: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DroneAgent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record_position(&amp;mut self, pos: Position)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self.position_history.push(pos);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Обмежуємо розмір — старі дані видаляємо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self.position_history.len() &gt; 1000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self.position_history.remove(0);  // O(n), але рідко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915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Патерн 2: Черга з пріоритетами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Команди можуть мати різну терміновість.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Використовуємо сортування або окремі черги: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8229600" cy="2880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02920"/>
            <a:ext cx="80467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DroneAgent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next_command(&amp;mut self) -&gt; Option&lt;Command&gt;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Спочатку критичні команди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Some(idx) = self.command_queue.iter()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.position(|c| c.priority == Priority::Critical)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Some(self.command_queue.remove(idx));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Потім звичайні (FIFO)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!self.command_queue.is_empty()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Some(self.command_queue.remove(0));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HashMap&lt;K,V&gt;: Проблема швидкого пошуку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Проблема, яку вирішує HashMap: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Агент має "знання про світ" — це основа BDI архітектури (Beliefs).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Ці знання організовані як пари "ключ → значення":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TargetId → інформація про ціль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AgentId → статус союзника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Координати → тип місцевості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Критична вимога: ШВИДКИЙ пошук за ключем.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Коли дрон виявляє ціль з ID=42, він повинен МИТТЄВО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дізнатись, чи це нова ціль, чи вже відома.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Використання Vec для цього: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targets.iter().find(|t| t.id == 42)  →  O(n) — ЗАНАДТО ПОВІЛЬНО!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Використання HashMap: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targets.get(&amp;42)  →  O(1) — МИТТЄВО!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HashMap&lt;K,V&gt;: BeliefBase агента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BeliefBase — центральне сховище знань агента про світ.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Це реалізація "Beliefs" з BDI архітектури.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Структура BeliefBase використовує HashMap для різних типів знань: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BeliefBase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Відомі цілі: ID → повна інформація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Швидкий пошук: "Що я знаю про ціль #42?"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known_targets: HashMap&lt;TargetId, TargetBelief&gt;,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Союзні агенти: ID → їх статус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Швидкий пошук: "Де зараз дрон #7?"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friendly_agents: HashMap&lt;AgentId, AgentBelief&gt;,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Карта небезпечних зон: координати → рівень загрози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Швидкий пошук: "Чи безпечна точка (10, 20)?"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danger_zones: HashMap&lt;(i32, i32), ThreatLevel&gt;,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79192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Чому HashMap, а не Vec?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Уявіть 10,000 відомих цілей: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Vec: пошук цілі = O(10,000) операцій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HashMap: пошук цілі = O(1) операція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При 60 перевірках на секунду це різниця між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600,000 операцій vs 60 операцій!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HashMap&lt;K,V&gt;: Entry API для оновлень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Типова задача: оновити існуючий запис АБО створити новий.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Наївний підхід (неефективний — два пошуки):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4630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Неефективно: пошук двічі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beliefs.known_targets.contains_key(&amp;target_id)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beliefs.known_targets.get_mut(&amp;target_id).unwrap().update(info);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beliefs.known_targets.insert(target_id, TargetBelief::new(info));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3055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Entry API — елегантний і ефективний підхід (один пошук):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02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Ефективно: один пошук через Entry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beliefs.known_targets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.entry(target_id)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.and_modify(|existing|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existing.last_position = new_position;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existing.last_seen = Instant::now();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existing.confidence = 1.0;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.or_insert_with(|| TargetBelief::new(target_id, new_position));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73552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Entry API — ідіоматичний спосіб роботи з HashMap у Rust.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Він гарантує один пошук замість двох.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Option&lt;T&gt;: Проблема відсутності даних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Проблема, яку вирішує Option: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Агент діє в НЕВИЗНАЧЕНОМУ середовищі. Багато операцій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можуть не мати результату: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Сенсор сканує область — цілі може НЕ БУТИ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Шукаємо найближчого союзника — союзників може НЕ БУТИ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Запитуємо наступний waypoint — місія може ЗАВЕРШИТИСЬ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Шукаємо маршрут до точки — маршрут може НЕ ІСНУВАТИ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У мовах як Java/C# це вирішується через null: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Target target = findTarget();  // може бути null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target.attack();  // NullPointerException!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Rust НЕ МАЄ null. Замість цього — Option&lt;T&gt;: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let target: Option&lt;Target&gt; = find_target();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// Компілятор ЗМУСИТЬ перевірити перед використанням!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Option&lt;T&gt;: Семантика наявності/відсутності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Option&lt;T&gt; — це enum з двома варіантами: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Some(value) — значення ПРИСУТНЄ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None — значення ВІДСУТНЄ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Компілятор вимагає обробити ОБИДВА випадки: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DroneAgent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Знайти найближчу ціль — може не бути жодної!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find_nearest_target(&amp;self) -&gt; Option&lt;&amp;Target&gt;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self.detected_targets.iter()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.min_by_key(|t| self.distance_to(&amp;t.position) as i32)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 — компілятор ЗМУШУЄ обробити відсутність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drone.find_nearest_target()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Some(target)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println!("Знайдено ціль на {:?}", target.position);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drone.engage(target);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println!("Цілей не виявлено, продовжую патрулювання");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drone.continue_patrol();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Перевага: неможливо "забути" перевірити на None!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Компілятор не дозволить використати Option&lt;T&gt; як 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Option&lt;T&gt;: Комбінатори для елегантного коду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Option має багато методів для ланцюжкової обробки: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DroneAgent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позицію найближчого ворога (якщо є)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nearest_enemy_position(&amp;self) -&gt; Option&lt;Position&gt;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self.beliefs.known_targets.values()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.filter(|t| t.is_enemy)                    // Тільки вороги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.min_by_key(|t| self.distance_to(&amp;t.pos)) // Найближчий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.map(|t| t.pos)                           // Витягуємо позицію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Атакувати найближчого ворога, якщо він 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attack_nearest_if_possible(&amp;mut self)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if let — зручний патерн для Option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Some(enemy_pos) = self.nearest_enemy_position()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self.set_attack_target(enemy_pos);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Якщо None — нічого не робимо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ціль або використати позицію бази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get_destination(&amp;self) -&gt; Position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self.current_target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.unwrap_or(self.base_position)  // Default якщо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1635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Основні комбінатори: map(), and_then(), unwrap_or(), filter()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Вони дозволяють писати виразний код без вкладених match.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Result&lt;T,E&gt;: Проблема операцій що можуть провалитись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Проблема, яку вирішує Result: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На відміну від Option (є/немає), Result описує операції,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що можуть ПРОВАЛИТИСЬ з конкретною ПРИЧИНОЮ: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Команда руху — батарея може бути розряджена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Атака цілі — зброя може бути не заряджена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Зв'язок з координатором — канал може бути зайнятий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Читання сенсора — сенсор може бути пошкоджений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Різниця від Option: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Option: "Результату немає" (нормальна ситуація)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Result: "Операція провалилась" (помилка з причиною)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Result&lt;T, E&gt;: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Ok(value) — операція успішна, ось результат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Err(error) — операція провалилась, ось причина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Result&lt;T,E&gt;: Власні типи помилок агента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Для МАС важливо мати ІНФОРМАТИВНІ помилки.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Використовуємо enum для категоризації: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Помилки операцій дрона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thiserror::Error)]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DroneError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#[error("Батарея нижче мінімуму: {0}%")]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LowBattery(u8),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#[error("Точка {0:?} знаходиться в забороненій зоні")]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NoFlyZone(Position),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#[error("Ціль {0:?} недосяжна з поточної позиції")]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TargetUnreachable(TargetId),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#[error("Зброя не заряджена, залишилось {0} набоїв")]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WeaponNotReady(u32),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#[error("Втрачено зв'язок з координатором")]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ConnectionLost,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8775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Кожен варіант помилки несе КОНТЕКСТ: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LowBattery(15) — знаємо точний рівень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NoFlyZone(pos) — знаємо яка саме точка заборонена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TargetUnreachable(id) — знаємо яка ціль недосяжна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Це критично для діагностики та логування в МАС!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Result&lt;T,E&gt;: Оператор ? для пропагації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Оператор ? — елегантний спосіб передати помилку вгору: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DroneAgent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Виконати складну місію з багатьма кроками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execute_attack_mission(&amp;mut self, target_id: TargetId) -&gt; Result&lt;(), DroneError&gt;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Кожен крок може провалитись — ? передасть помилку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self.check_battery()?;           // LowBattery?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self.check_weapon_ready()?;      // WeaponNotReady?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target = self.beliefs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.get_target(&amp;target_id)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.ok_or(DroneError::TargetUnreachable(target_id))?;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self.fly_to(target.position)?;   // NoFlyZone?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self.engage_target(target)?;     // Різні помилки?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Ok(())  // Все успішно!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Виклик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drone.execute_attack_mission(target_id)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 =&gt; log::info!("Місія виконана успішно"),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Err(DroneError::LowBattery(level))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log::warn!("Місія перервана: батарея {}%", level);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drone.return_to_base();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Err(e) =&gt; log::error!("Місія провалена: {}", e),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Traits: Проблема спільного інтерфейсу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Проблема, яку вирішують Traits: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У рої є РІЗНІ типи агентів: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ScoutDrone — розвідник з камерою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CombatDrone — штурмовик зі зброєю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RelayDrone — ретранслятор зв'язку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CommandDrone — командир групи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Але всі вони мають СПІЛЬНІ операції: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Всі мають позицію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Всі можуть рухатись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Всі отримують повідомлення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Всі оновлюються кожен тік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Проблема: як написати код, що працює з БУДЬ-ЯКИМ дроном?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Відповідь: визначити СПІЛЬНИЙ ІНТЕРФЕЙС через trait.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Traits: Визначення спільної поведінки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Базовий trait для ВСІХ агентів у системі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trait Agent: Send + Sync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Унікальний ідентифікатор агента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id(&amp;self) -&gt; AgentId;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Поточна позиція в просторі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position(&amp;self) -&gt; Position;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Оновлення стану (викликається кожен тік)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update(&amp;mut self, delta_time: f32);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Обробка вхідного повідомлення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receive_message(&amp;mut self, msg: AgentMessage);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Додатковий trait для агентів з сенсорами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trait Sensing: Agent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scan(&amp;self, radius: f32) -&gt; Vec&lt;Detection&gt;;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sensor_range(&amp;self) -&gt; f32;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Додатковий trait для озброєних агентів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trait Armed: Agent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fire(&amp;mut self, target: TargetId) -&gt; Result&lt;(), WeaponError&gt;;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ammo(&amp;self) -&gt; u32;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1635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Send + Sync — маркерні traits що дозволяють передавати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між потоками. Обов'язкові для багатопотокової МАС!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Traits: Реалізація для конкретних типів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Кожен тип дрона реалізує потрібні traits: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ScoutDrone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AgentId,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camera: Camera,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ScoutDrone реалізує Agent (базовий) + Sensing (сканування)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for ScoutDrone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id(&amp;self) -&gt; AgentId { self.id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position(&amp;self) -&gt; Position { self.position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update(&amp;mut self, dt: f32) { /* логіка руху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receive_message(&amp;mut self, msg: AgentMessage) { /* обробка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Sensing for ScoutDrone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scan(&amp;self, radius: f32) -&gt; Vec&lt;Detection&gt;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self.camera.capture_in_radius(self.position, radius)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sensor_range(&amp;self) -&gt; f32 { self.camera.max_range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CombatDrone реалізує Agent + Armed (але НЕ Sensing)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for CombatDrone { /* ...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Armed for CombatDrone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fire(&amp;mut self, target: TargetId) -&gt; Result&lt;(), WeaponError&gt; { /* ...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ammo(&amp;self) -&gt; u32 { self.weapon.ammo_count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Traits: Поліморфізм у МАС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Traits дозволяють писати код що працює з БУДЬ-ЯКИМ агентом: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Статичний поліморфізм (compile-time, generics)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Швидкий, але один тип за раз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find_nearest&lt;A: Agent&gt;(agents: &amp;[A], target: Position) -&gt; Option&lt;&amp;A&gt;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agents.iter()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.min_by_key(|a| a.position().distance_to(&amp;target) as i32)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Динамічний поліморфізм (runtime, trait objects)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Гнучкий, можна змішувати різні типи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broadcast_to_all(agents: &amp;mut [Box&lt;dyn Agent&gt;], msg: AgentMessage)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agent in agents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agent.receive_message(msg.clone());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Комбінація — тільки агенти з сенсорами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scan_with_all&lt;A: Agent + Sensing&gt;(scanners: &amp;[A]) -&gt; Vec&lt;Detection&gt;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scanners.iter()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.flat_map(|s| s.scan(s.sensor_range()))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620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dyn Agent — trait object для гетерогенних колекцій.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A: Agent + Sensing — trait bounds для обмеження типів.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Generics: Проблема дублювання коду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Проблема, яку вирішують Generics: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Уявіть, що потрібен реєстр агентів. Без generics: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struct ScoutRegistry { agents: HashMap&lt;AgentId, ScoutDrone&gt;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struct CombatRegistry { agents: HashMap&lt;AgentId, CombatDrone&gt;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struct RelayRegistry { agents: HashMap&lt;AgentId, RelayDrone&gt;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Кожен має ІДЕНТИЧНІ методи: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fn register(&amp;mut self, agent)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fn get(&amp;self, id) -&gt; Option&lt;&amp;Agent&gt;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fn update_all(&amp;mut self, dt: f32)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Це дублювання коду! При зміні логіки — змінювати всюди.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Рішення: Generic структура AgentRegistry&lt;A&gt;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Один код працює для БУДЬ-ЯКОГО типу агента.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Generics: Універсальний реєстр агентів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Реєстр для БУДЬ-ЯКОГО типу агента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AgentRegistry&lt;A: Agent&gt;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HashMap&lt;AgentId, A&gt;,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impl&lt;A: Agent&gt; AgentRegistry&lt;A&gt;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Self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 { agents: HashMap::new()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register(&amp;mut self, agent: A)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self.agents.insert(agent.id(), agent);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get(&amp;self, id: &amp;AgentId) -&gt; Option&lt;&amp;A&gt;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self.agents.get(id)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update_all(&amp;mut self, dt: f32)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agent in self.agents.values_mut()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agent.update(dt);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broadcast(&amp;mut self, msg: AgentMessage)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agent in self.agents.values_mut()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agent.receive_message(msg.clone());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 — один код для різних типів!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scouts: AgentRegistry&lt;ScoutDrone&gt; = AgentRegistry::new();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combat: AgentRegistry&lt;CombatDrone&gt; = AgentRegistry::new();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Generics: Trait Bounds для обмежень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Trait bounds обмежують які типи можна підставити: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Тільки агенти з сенсорами можуть використовуватись тут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collective_scan&lt;A: Agent + Sensing&gt;(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registry: &amp;AgentRegistry&lt;A&gt;,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center: Position,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radius: f32,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Vec&lt;Detection&gt;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registry.agents.values()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.filter(|a| a.position().distance_to(&amp;center) &lt; radius)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.flat_map(|a| a.scan(a.sensor_range()))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Множинні bounds через where (для читабельності)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fn attack_coordinator&lt;A&gt;(registry: &amp;mut AgentRegistry&lt;A&gt;, target: TargetId)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A: Agent + Armed + Sensing,  // Має бути ВСЕ: рухатись, сканувати, стріляти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agent in registry.agents.values_mut()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agent.scan(100.0).iter().any(|d| d.target_id == target)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agent.fire(target);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620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A: Agent + Armed + Sensing — тип A має реалізувати ВСІ три traits.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Це гарантується на етапі компіляції!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422B"/>
                </a:solidFill>
              </a:rPr>
              <a:t>Підсумок: Структури даних для МАС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Лекції 4-9 дали фундамент для моделювання агента: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Vec&lt;T&gt; — динамічні колекції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→ Історія, waypoints, черги команд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→ O(1) доступ, послідовна пам'ять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HashMap&lt;K,V&gt; — асоціативні масиви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→ BeliefBase, реєстр цілей, карта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→ O(1) пошук за ключем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Option&lt;T&gt; — наявність/відсутність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→ "Ціль не знайдена" — це норма, не помилка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→ Компілятор змушує обробити None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Result&lt;T,E&gt; — успіх/провал з причиною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→ "Команда провалилась через низьку батарею"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→ Оператор ? для елегантної пропагації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Traits — спільний інтерфейс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→ Agent, Sensing, Armed для різних типів дронів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Generics — універсальний код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  → AgentRegistry&lt;A&gt; працює з будь-яким агентом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3960</Words>
  <Application>Microsoft Office PowerPoint</Application>
  <PresentationFormat>Экран (16:9)</PresentationFormat>
  <Paragraphs>581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МАС Підсумок Частина 1</dc:title>
  <dc:subject>PptxGenJS Presentation</dc:subject>
  <dc:creator>О.С. Бичков</dc:creator>
  <cp:lastModifiedBy>Алексей</cp:lastModifiedBy>
  <cp:revision>2</cp:revision>
  <dcterms:created xsi:type="dcterms:W3CDTF">2026-01-02T20:39:26Z</dcterms:created>
  <dcterms:modified xsi:type="dcterms:W3CDTF">2026-01-02T21:17:26Z</dcterms:modified>
</cp:coreProperties>
</file>