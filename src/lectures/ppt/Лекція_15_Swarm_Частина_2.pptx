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15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Coordinator та запуск системи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Повна реалізація локального рою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Coordinator • main() • graceful shutdown • testing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Запуск рою: координація, моніторинг, зупинка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Coordinator та main()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Agent::run() — головний цикл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Coordinator структура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Coordinator::new()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Coordinator::handle_message()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Coordinator::assign_patrol_areas()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Coordinator::run()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Coordinator прийняття рішень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SwarmManager — менеджер рою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Spawning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main() — точка входу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Обробка Ctrl+C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Моніторинг та логування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Тестування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Можливі розширення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Повна структура проєкту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Agent::run() — головний цикл агента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Головний цикл агента (виконується в окремому потоці)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println!("[{}] Started at {}", self.id, self.position);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Збільшуємо лічильник активних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self.shared.stats.active_agents.fetch_add(1, 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Надсилаємо початкову позицію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self.send_position_update();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Перевірка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self.shared.shutdown.load(Ordering::SeqCst)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println!("[{}] Shutdown signal received",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Обробка команд (non-blocking)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let Ok(cmd) = self.from_coordinator.try_recv()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matches!(cmd, Command::Shutdown)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self.handle_command(cmd);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Крок симуляції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self.tick();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Надсилаємо оновлення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self.send_position_update();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Затримка (імітація реального часу)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self.shared.stats.active_agents.fetch_sub(1, 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println!("[{}] Stopped",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 — допоміжні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оновлення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send_position_update(&amp;self)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self.send_message(AgentMessage::PositionUpdate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зміну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send_state_change(&amp;self)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self.send_message(AgentMessage::StateChanged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new_state: self.state.clone(),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інформацію для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info(&amp;self) -&gt; AgentInfo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AgentInfo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self.state.clone(),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last_update: std::time::Instant::now(),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 — структура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std::sync::mpsc::{Sender, Receiver};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Координатор 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Канал для отримання повідомлень від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from_agents: 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Канали для надсилання команд агентам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to_agents: HashMap&lt;AgentId, Sender&lt;Command&gt;&gt;,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Інформація про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HashMap&lt;AgentId, AgentInfo&gt;,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Спільний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shared: SharedState,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Конфігурація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CoordinatorConfig,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Конфігурація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patrol_area: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low_battery_threshold: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max_targets_per_agent: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Default for CoordinatorConfig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patrol_area: Area::new(0.0, 0.0, 100.0, 100.0),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low_battery_threshold: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max_targets_per_agent: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Coordinator::new()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from_agents: 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shared: SharedState,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 CoordinatorConfig,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from_agents,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to_agents: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shared,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Зареєструвати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register_agent(&amp;mut self, id: AgentId, command_tx: Sender&lt;Command&gt;)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self.to_agents.insert(id, command_tx);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self.agents.insert(id, AgentInfo::new(id));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println!("[Coordinator] Registered {}",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команду агенту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send_command(&amp;self, agent_id: AgentId, cmd: Command)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Some(tx) = self.to_agents.get(&amp;agent_id)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tx.send(cmd).is_err()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println!("[Coordinator] Failed to send command to {}", agent_id);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Broadcast команду всім агентам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broadcast(&amp;self, cmd: Command)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(id, tx) in &amp;self.to_agents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tx.send(cmd.clone());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Coordinator::handle_message()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Обробка повідомлення від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handle_message(&amp;mut self, msg: AgentMessage)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AgentMessage::PositionUpdate { agent_id, position, battery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Some(info) = self.agents.get_mut(&amp;agent_id)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info.position = 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info.battery = battery;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info.last_update = std::time::Instant::now();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AgentMessage::StateChanged { agent_id, new_state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Some(info) = self.agents.get_mut(&amp;agent_id)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info.state = new_state;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AgentMessage::TargetDetected { agent_id,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println!("[Coordinator] {} detected target {:?} at 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agent_id, target.id, target.position);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Оновлюємо карту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Ok(mut map) = self.shared.world_map.write()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map.update_target(target.clone());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Можна призначити інших агентів для підтримки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self.handle_target_detected(agent_id, 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AgentMessage::LowBattery { agent_id, level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println!("[Coordinator] {} low battery: {}%", agent_id, level);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self.send_command(agent_id, Command::ReturnToBase);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 — реакція на виявлення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Реакція на виявлення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handle_target_detected(&amp;mut self, detector_id: AgentId, target: 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Знайти найближчих агентів для підтримки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available: Vec&lt;_&gt; = self.agents.iter()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.filter(|(id, info)|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**id != detector_id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matches!(info.state, AgentState::Patrolling { .. } | AgentState::Idle)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info.battery &gt; self.config.low_battery_threshold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.map(|(id, info)| (*id, info.position.distance_to(&amp;target.position)))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Сортуємо по відстані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available.sort_by(|a, b| a.1.partial_cmp(&amp;b.1).unwrap());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Призначаємо найближчого для підтримки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Some((support_id, _)) = available.first()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println!("[Coordinator] Assigning {} to support {} at target {:?}",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support_id, detector_id, target.id);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self.send_command(*support_id, Command::PursueTarget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target_id: target.id,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last_known_position: target.position,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Coordinator::assign_patrol_areas()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Розподіл патрульних зон між агентами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assign_patrol_areas(&amp;self)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agent_ids: Vec&lt;_&gt; = self.agents.keys().copied().collect();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 = agent_ids.len();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 == 0 { return;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Ділимо область на вертикальні смуги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area = &amp;self.config.patrol_area;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width = (area.max.x - area.min.x) / n as f64;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(i, agent_id) in agent_ids.iter().enumerate()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patrol_area = Area::new(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area.min.x + width * i as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area.min.y,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area.min.x + width * (i + 1) as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area.max.y,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println!("[Coordinator] Assigning {} to patrol {:?}", agent_id, patrol_area);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self.send_command(*agent_id, Command::Patrol { area: patrol_area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Перерозподіл зон (якщо агент вибув)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reassign_patrol_areas(&amp;self)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Можна викликати коли агент відключився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self.assign_patrol_areas();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Coordinator::run() — головний цикл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Головний цикл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println!("[Coordinator] Started");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Початкове призначення зон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std::thread::sleep(std::time::Duration::from_millis(500));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self.assign_patrol_areas();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Перевірка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self.shared.shutdown.load(Ordering::SeqCst)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println!("[Coordinator] Shutdown signal received");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self.broadcast(Command::Shutdown);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Обробка повідомлень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self.from_agents.recv_timeout(Duration::from_millis(100))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Ok(msg) =&gt; self.handle_message(msg),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Err(mpsc::RecvTimeoutError::Timeout)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Періодичні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self.periodic_tasks();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Err(mpsc::RecvTimeoutError::Disconnected)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println!("[Coordinator] All agents disconnected");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println!("[Coordinator] Stopped");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Coordinator — періодичні задачі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Періодичні задачі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periodic_tasks(&amp;mut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Перевірка "мертвих"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now = std::time::Instant::now();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timeout = std::time::Duration::from_secs(5);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dead_agents: Vec&lt;_&gt; = self.agents.iter()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.filter(|(_, info)| now.duration_since(info.last_update) &gt; timeout)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.map(|(id, _)| *id)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agent_id in dead_agents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println!("[Coordinator] Agent {} seems dead, removing", agent_id);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self.agents.remove(&amp;agent_id);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self.to_agents.remove(&amp;agent_id);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Вивід статистики (кожні N секунд)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static LAST_STATS: std::sync::atomic::AtomicU64 = std::sync::atomic::AtomicU64::new(0);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now_ms = now.elapsed().as_millis() as u64;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now_ms - LAST_STATS.load(Ordering::Relaxed) &gt; 5000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self.print_stats();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LAST_STATS.store(now_ms,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print_stats(&amp;self)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stats = &amp;self.shared.stats;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println!("[Stats] Messages: {}, Moves: {}, Detections: {}, Active: 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stats.total_messages.load(Ordering::Relaxed),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stats.total_moves.load(Ordering::Relaxed),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stats.total_detections.load(Ordering::Relaxed),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stats.active_agents.load(Ordering::SeqCst));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SwarmManager — керування роєм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std::thread::JoinHandle;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Менеджер рою — керує всіма компонентами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shared: SharedState,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agent_handles: Vec&lt;JoinHandle&lt;()&gt;&gt;,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coordinator_handle: Option&lt;JoinHandle&lt;()&gt;&gt;,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coordinator_tx: 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new(bounds: Area)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shared = SharedState::new(bounds);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(coordinator_tx, coordinator_rx)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Створюємо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coord_shared = SharedState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world_map: Arc::clone(&amp;shared.world_map),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stats: Arc::clone(&amp;shared.stats),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shutdown: Arc::clone(&amp;shared.shutdown),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config = CoordinatorConfig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patrol_area: bounds,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..Default::default()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coordinator = Coordinator::new(coordinator_rx, coord_shared, config);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shared,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agent_handles: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coordinator_handle: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coordinator_tx,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SwarmManager::spawn_agent()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Створити та запустити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spawn_agent(&amp;mut self, id: u32, base: Position) -&gt; AgentId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agent_id = AgentId(id);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Канали для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(cmd_tx, cmd_rx)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Спільний стан для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agent_shared = SharedState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world_map: Arc::clone(&amp;self.shared.world_map),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stats: Arc::clone(&amp;self.shared.stats),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shutdown: Arc::clone(&amp;self.shared.shutdown),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Створюємо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 = Agent::new(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self.coordinator_tx.clone(),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cmd_rx,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agent_shared,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Запускаємо в окремому потоці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handle = std::thread::Builder::new()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.name(format!("agent-{}", id))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.spawn(move || agent.run())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.expect("Failed to spawn agent thread");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self.agent_handles.push(handle);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println!("[SwarmManager] Spawned {}", agent_id);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SwarmManager — start та shutdown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Запустити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start_coordinator(&amp;mut self, mut coordinator: Coordinator)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handle = std::thread::Builder::new()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.name("coordinator".to_string())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.spawn(move || coordinator.run())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.expect("Failed to spawn coordinator thread");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self.coordinator_handle = Some(handle);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println!("[SwarmManager] Coordinator started");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Graceful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shutdown(&amp;mut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println!("[SwarmManager] Initiating shutdown...");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Встановлюємо shutdown flag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self.shared.shutdown.store(true, 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на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Some(handle) = self.coordinator_handle.take()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handle.join();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println!("[SwarmManager] Coordinator stopped");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на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handle in self.agent_handles.drain(..)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handle.join();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println!("[SwarmManager] All agents stopped");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self.print_final_stats();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main() — точка входу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println!("=== Swarm Simulation ===");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Конфігурація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world_bounds = Area::new(0.0, 0.0, 100.0, 100.0);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num_agents =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менеджер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manager = SwarmManager::new(world_bounds);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base_positions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Position::new(10.0, 10.0),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Position::new(90.0, 10.0),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Position::new(50.0, 50.0),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Position::new(10.0, 90.0),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Position::new(90.0, 90.0),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(i, base) in base_positions.into_iter().enumerate()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manager.spawn_agent(i as u32, 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Запускаємо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manager.start_coordinator();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Симуляція працює 30 секунд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std::thread::sleep(Duration::from_secs(30));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Graceful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manager.shutdown();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println!("=== Simulation Complete ===");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Обробка Ctrl+C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std::sync::atomic::{AtomicBool,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println!("=== Swarm Simulation (Ctrl+C to stop) ===");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world_bounds = Area::new(0.0, 0.0, 100.0, 100.0);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manager = SwarmManager::new(world_bounds);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Ctrl+C handler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shutdown = Arc::clone(&amp;manager.shared.shutdown);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ctrlc::set_handler(move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println!("\n[Signal] Ctrl+C received, shutting down...");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shutdown.store(true, 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}).expect("Error setting Ctrl+C handler");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agents...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manager.spawn_agent(i, Position::new(i as f64 * 20.0, 10.0));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manager.start_coordinator();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на shutdown 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!manager.shared.shutdown.load(Ordering::SeqCst)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manager.shutdown();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println!("=== Goodbye ===");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Cargo.toml: ctrlc = "3.4"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Логування з tracing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tracing::{info, warn, error, debug, instrument};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tracing_subscriber;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Ініціалізація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init_logging()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tracing_subscriber::fmt()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.with_max_level(tracing::Level::DEBUG)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.with_target(false)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.with_thread_ids(true)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.init();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#[instrument(skip(self))]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debug!(agent_id = %self.id, position = %self.position, "tick");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self.should_return_to_base()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warn!(agent_id = %self.id, battery = self.battery, "low battery");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handle_message(&amp;mut self, msg: AgentMessage)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&amp;msg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AgentMessage::TargetDetected { agent_id,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info!(%agent_id, target_id = ?target.id, "target detected");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debug!("message received"),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Cargo.toml: tracing = "0.1", tracing-subscriber = "0.3"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Тестування системи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#[cfg(test)]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tests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super::*;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test_position_distance()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p1 = Position::new(0.0, 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p2 = Position::new(3.0, 4.0);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assert!((p1.distance_to(&amp;p2) - 5.0).abs() &lt; 0.001);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test_area_contains()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area = Area::new(0.0, 0.0, 10.0, 10.0);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assert!(area.contains(&amp;Position::new(5.0, 5.0)));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assert!(!area.contains(&amp;Position::new(15.0, 5.0)));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test_agent_state_transitions()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_rx)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(_cmd_tx, cmd_rx) = mpsc::channel();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shared = SharedState::new(Area::new(0.0, 0.0, 100.0, 100.0));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agent = Agent::new(AgentId(1), Position::new(0.0, 0.0), tx, cmd_rx, shared);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assert!(matches!(agent.state, AgentState::Idle));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agent.handle_command(Command::Patrol { area: Area::new(0.0, 0.0, 10.0, 10.0)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assert!(matches!(agent.state, AgentState::Patrolling { ..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Integration 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test_swarm_integration()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bounds = Area::new(0.0, 0.0, 50.0, 50.0);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manager = SwarmManager::new(bounds);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3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manager.spawn_agent(0, Position::new(10.0, 10.0));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manager.spawn_agent(1, Position::new(40.0, 10.0));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manager.spawn_agent(2, Position::new(25.0, 40.0));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manager.start_coordinator();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Даємо системі попрацювати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std::thread::sleep(std::time::Duration::from_secs(2));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Перевіряємо статистику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stats = &amp;manager.shared.stats;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assert!(stats.total_messages.load(Ordering::Relaxed) &gt;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assert!(stats.active_agents.load(Ordering::SeqCst) == 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Перевіряємо карту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map = manager.shared.world_map.read().unwrap();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assert!(!map.explored.is_empty());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manager.shutdown();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assert!(stats.active_agents.load(Ordering::SeqCst) ==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Структура проєкту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swarm_simulation/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Cargo.toml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main.rs           # Точка входу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lib.rs            # Публічний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types/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position.rs   # Position, Area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agent.rs      # AgentId, AgentInfo, AgentState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target.rs     # Target,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messages.rs   # AgentMessage, 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agent/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agent.rs      # Agent implementation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coordinator/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coordinator.rs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world/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map.rs        # WorldMap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shared.rs         # SharedState, SwarmStats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manager.rs        # SwarmManager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integration.rs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Cargo.toml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[package]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"swarm_simulation"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"0.1.0"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edition = "2021"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Рандом для симуляції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= "0.8"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Логування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= "0.1"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tracing-subscriber = "0.3"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Ctrl+C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ctrlc = { version = "3.4", features = ["termination"]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Кращі канали (опціонально)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crossbeam-channel = "0.5"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Серіалізація (для збереження стану)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serde = { version = "1.0", features = ["derive"]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serde_json = "1.0"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[dev-dependencies]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= "0.5"  # Benchmarks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[[bench]]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"swarm_bench"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 = false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Можливі розширення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Візуалізація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Terminal UI (ratatui)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Web UI (WebSocket + Canvas)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Покращена координація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Auction-based task allocation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Formation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Collision avoidance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Збереження стану в файл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Replay симуляції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Networking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Розподілений рій (TCP/UDP)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gRPC для комунікації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Machine Learning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Reinforcement learning для поведінки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Path planning з A*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практикуму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Створено повноцінну мультиагентну систему: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Agent — потік з машиною станів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Coordinator — центральне керування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WorldMap — спільна карта (Arc&lt;RwLock&gt;)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SwarmStats — статистика (Atomic)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Channels — комунікація Agent ↔ Coordinator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Graceful shutdown — коректне завершення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Testing — unit та integration тести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Використані концепції: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Threads, Arc, Mutex, RwLock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 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Atomic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Pattern matching, enums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Module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частина: Async/Await — асинхронний рій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Базова реалізація: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Запустіть код з лекції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Додайте 10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Спостерігайте за логами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Collision avoidance: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Агенти не повинні зіштовхуватись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Мінімальна відстань 2.0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Target tracking: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Ціль рухається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Агенти переслідують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Координатор призначає найближчого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Formation control: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Агенти тримають формацію (трикутник, лінія)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Leader-follower pattern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Metrics та Dashboard: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Збір метрик (prometheus format)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Terminal dashboard з ratatui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Локальний рій готовий!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Threads • Channels • Arc • Mutex • Atomic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Практикум завершено!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DCAA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Локальний рій Частина 2</dc:title>
  <dc:subject>PptxGenJS Presentation</dc:subject>
  <dc:creator>О.С. Бичков</dc:creator>
  <cp:lastModifiedBy>О.С. Бичков</cp:lastModifiedBy>
  <cp:revision>1</cp:revision>
  <dcterms:created xsi:type="dcterms:W3CDTF">2026-01-02T18:45:12Z</dcterms:created>
  <dcterms:modified xsi:type="dcterms:W3CDTF">2026-01-02T18:45:12Z</dcterms:modified>
</cp:coreProperties>
</file>