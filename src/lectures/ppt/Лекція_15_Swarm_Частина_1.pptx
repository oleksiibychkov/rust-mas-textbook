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E422B"/>
                </a:solidFill>
              </a:rPr>
              <a:t>Практикум: Локальний рій агентів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Інтеграція threads, Arc, Mutex, channels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DCAA"/>
                </a:solidFill>
              </a:rPr>
              <a:t>🤖 Повноцінна мультиагентна система на одній машині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633472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Компоненти системи: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Агенти-БПЛА (потоки) • Координатор • Спільна карта світу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Комунікація через канали • Синхронізація станів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Частина 1: Архітектура та базові компоненти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практикуму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1: Архітектура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Огляд системи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Архітектура рою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Типи даних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Position та 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AgentState enum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Agent структура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Message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Command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WorldMap структура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SharedState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2: Реалізація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Agent implementation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Agent::run()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Coordinator структура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Coordinator::run()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Spawning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Main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17.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18.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19. Розширення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20. Повний код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Огляд системи: Локальний рій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Мета: Створити симуляцію рою БПЛА на одній машині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Компоненти: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5-10 агентів-БПЛА (кожен у своєму потоці)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1 координатор (окремий потік)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Спільна карта світу (Arc&lt;RwLock&lt;WorldMap&gt;&gt;)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Канали для комунікації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Поведінка агентів: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Патрулювання призначеної зони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Виявлення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Звітування координатору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Виконання команд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685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Agent₁ ──┐                    ┌── Command₁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Agent₂ ──┼─→ [Coordinator] ─→──┼── Command₂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Agent₃ ──┘    ↑      ↓         └── Command₃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└─ WorldMap ─┘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Архітектура системи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56032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Agents (Threads)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position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battery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patrol_area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...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7432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Coordinator (Thread)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0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Отримує повідомлення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Оновлює WorldMap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Приймає рішення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Надсилає команди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Channels: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from_agents: Receiver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to_agents: Vec&lt;Sender&gt;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Shared: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Arc&lt;RwLock&lt;WorldMap&gt;&gt;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868680"/>
            <a:ext cx="256032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14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Shared State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18872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WorldMap: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cells: HashMap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targets: Vec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explored: HashSet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messages: AtomicU64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moves: AtomicU64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detections: AtomicU64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shutdown: AtomicBool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Типи даних: Position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std::ops::{Add, Sub};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Позиція на 2D карті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x: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new(x: f64, y: f64)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 { x,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Відстань до іншої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distance_to(&amp;self, other: &amp;Position)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dx = self.x - other.x;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dy = self.y - other.y;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(dx * dx + dy * dy).sqrt()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Напрямок до іншої позиції (радіани)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direction_to(&amp;self, other: &amp;Position)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dx = other.x - self.x;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dy = other.y - self.y;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dy.atan2(dx)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Рух у напрямку на відстань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move_towards(&amp;self, target: &amp;Position, distance: f64) -&gt;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dir = self.direction_to(target);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Position::new(self.x + dir.cos() * distance, self.y + dir.sin() * distance)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Position: операції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Add for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Output = 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add(self, other: Position) -&gt;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Position::new(self.x + other.x, self.y + other.y)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Sub for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Output = 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sub(self, other: Position) -&gt;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Position::new(self.x - other.x, self.y - other.y)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 для використання в HashMap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std::hash::Hash for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hash&lt;H: std::hash::Hasher&gt;(&amp;self, state: &amp;mut 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Дискретизуємо для hash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(self.x as i64).hash(state);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(self.y as i64).hash(state);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Eq for Position {}  // Потрібно для HashMap key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Display для зручного виводу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std::fmt::Display for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std::fmt::Formatter&lt;'_&gt;) -&gt; std::fmt::Result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write!(f, "({:.1}, {:.1})", self.x, self.y)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Типи даних: Area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Прямокутна область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Area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min: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max: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Area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new(x1: f64, y1: f64, x2: f64, y2: f64)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min: Position::new(x1.min(x2), y1.min(y2)),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max: Position::new(x1.max(x2), y1.max(y2)),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Чи містить позицію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contains(&amp;self, pos: &amp;Position)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pos.x &gt;= self.min.x &amp;&amp; pos.x &lt;= self.max.x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pos.y &gt;= self.min.y &amp;&amp; pos.y &lt;= self.max.y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Центр області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center(&amp;self) -&gt;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(self.min.x + self.max.x) / 2.0,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(self.min.y + self.max.y) / 2.0,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Випадкова позиція в області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random_point(&amp;self) -&gt;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 rand::Rng;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rng = rand::thread_rng();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rng.gen_range(self.min.x..self.max.x),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rng.gen_range(self.min.y..self.max.y),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AgentState — машина станів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Стан агента — машина станів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AgentState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Очікування команд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Патрулювання зони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area: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waypoint_index: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Рух до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MovingTo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MoveReason,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Сканування території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center: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radius: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Повернення на базу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Аварійний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MoveReason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TargetPursuit,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Avoidance,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Target та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Ідентифікатор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TargetId(pub u32);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Тип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TargetType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Unknown,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Friendly,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Neutral,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Hostile,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Виявлена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TargetId,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target_type: TargetType,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velocity: Option&lt;Position&gt;,  // Якщо рухається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confidence: f64,              // 0.0 - 1.0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last_seen: std::time::Instant,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Інформація про виявлення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Detection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target: Target,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detected_by: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timestamp: std::time::Instant,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AgentId та AgentInfo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Унікальний ідентифікатор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AgentId(pub u32);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std::fmt::Display for AgentId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std::fmt::Formatter&lt;'_&gt;) -&gt; std::fmt::Result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write!(f, "Agent-{}", self.0)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Інформація про агента для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AgentInfo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state: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last_update: std::time::Instant,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AgentInfo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new(id: AgentId)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AgentInfo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Position::new(0.0, 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AgentState::Idle,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last_update: std::time::Instant::now(),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Message — повідомлення від агента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std::time::Instant;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Повідомлення від агента до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AgentMessage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Оновлення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PositionUpdate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Зміна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StateChanged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new_state: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Виявлено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Target,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Втрачено ціль з поля зору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TargetLost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target_id: TargetId,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Низький заряд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level: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Запит на допомогу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RequestAssistance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Command — команди координатора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Команда від координатора до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Рухатись до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Патрулювати зону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area: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Сканувати область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center: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radius: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Переслідувати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PursueTarget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target_id: TargetId,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last_known_position: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Повернутись на базу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ReturnToBase,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Зупинитись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Halt,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Завершити роботу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name(&amp;self) -&gt; &amp;'static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Command::MoveTo { .. } =&gt; "MoveTo",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Command::Patrol { .. } =&gt; "Patrol",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WorldMap — карта світу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std::collections::{HashMap, HashSet};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Тип клітинки карти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CellType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Unknown,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Obstacle,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Target(TargetId),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Карта світу (shared 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Клітинки карти (дискретизовані координати)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cells: HashMap&lt;(i32, i32), CellType&gt;,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Відомі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targets: HashMap&lt;TargetId, Target&gt;,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Досліджені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explored: HashSet&lt;(i32, i32)&gt;,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Розміри карти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bounds: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new(bounds: Area)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cells: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explored: HashSet::new(),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bounds,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WorldMap — методи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Дискретизація позиції до клітинки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pos_to_cell(pos: &amp;Position) -&gt; (i32, i32)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(pos.x.floor() as i32, pos.y.floor() as i32)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Позначити як досліджене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mark_explored(&amp;mut self, pos: &amp;Position)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cell = Self::pos_to_cell(pos);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self.explored.insert(cell);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self.cells.entry(cell).or_insert(CellType::Empty);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Додати або оновити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update_target(&amp;mut self, target: 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cell = Self::pos_to_cell(&amp;target.position);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self.cells.insert(cell, CellType::Target(target.id));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self.targets.insert(target.id, 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Видалити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remove_target(&amp;mut self, target_id: TargetId)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Some(target) = self.targets.remove(&amp;target_id)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cell = Self::pos_to_cell(&amp;target.position);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self.cells.insert(cell, CellType::Empty);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Відсоток дослідження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exploration_percent(&amp;self)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total = ((self.bounds.max.x - self.bounds.min.x)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(self.bounds.max.y - self.bounds.min.y)) as usize;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(self.explored.len() as f64 / total as f64) * 100.0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SharedState — спільний стан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RwLock, atomic::{AtomicBool, AtomicU64, Ordering}};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Статистика рою (lock-free)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total_messages: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total_moves: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total_detections: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active_agents: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total_messages: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total_moves: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total_detections: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active_agents: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Спільний стан системи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SharedState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world_map: Arc&lt;RwLock&lt;WorldMap&gt;&gt;,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stats: Arc&lt;SwarmStats&gt;,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shutdown: Arc&lt;AtomicBool&gt;,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SharedState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new(bounds: Area)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SharedState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world_map: Arc::new(RwLock::new(WorldMap::new(bounds))),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stats: Arc::new(SwarmStats::new()),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shutdown: Arc::new(AtomicBool::new(false)),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 — структура агента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std::sync::mpsc::{Sender, Receiver};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Агент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Ідентифікація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state: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Конфігурація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base_position: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patrol_area: Option&lt;Area&gt;,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speed: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scan_radius: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Комунікація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to_coordinator: 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from_coordinator: 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Спільний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shared: SharedState,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Внутрішній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waypoints: Vec&lt;Position&gt;,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current_waypoint: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const LOW_BATTERY_THRESHOLD: u8 = 20;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const CRITICAL_BATTERY_THRESHOLD: u8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const BATTERY_DRAIN_PER_TICK: u8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Agent::new — конструктор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to_coordinator: 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from_coordinator: 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shared: SharedState,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AgentState::Idle,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patrol_area: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speed: 1.0,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scan_radius: 5.0,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to_coordinator,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from_coordinator,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shared,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waypoints: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current_waypoint: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Перевірка чи потрібно повертатись на базу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should_return_to_base(&amp;self)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&lt;= Self::LOW_BATTERY_THRESHOLD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Чи критичний рівень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is_battery_critical(&amp;self)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&lt;= Self::CRITICAL_BATTERY_THRESHOLD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 — методи руху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Рух на один крок до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move_towards(&amp;mut self, target: &amp;Position)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self.position.distance_to(target) &gt; self.speed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 = self.position.move_towards(target, self.speed);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 = *target;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Витрата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= self.battery.saturating_sub(Self::BATTERY_DRAIN_PER_TICK);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Оновлення статистики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self.shared.stats.total_moves.fetch_add(1,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Позначити як досліджене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Ok(mut map) = self.shared.world_map.write()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map.mark_explored(&amp;self.position);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Перевірка досягнення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reached_target(&amp;self, target: &amp;Position)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self.position.distance_to(target) &lt; 0.5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Генерація waypoints для патрулювання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generate_patrol_waypoints(&amp;mut self, area: &amp;Area)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self.waypoints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Position::new(area.min.x, area.min.y),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Position::new(area.max.x, area.min.y),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Position::new(area.max.x, area.max.y),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Position::new(area.min.x, area.max.y),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self.current_waypoint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 — сканування та виявлення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Сканування області навколо (симуляція)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scan_area(&amp;self) -&gt; Vec&lt;Target&gt;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 rand::Rng;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rng = rand::thread_rng();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detected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Симуляція: 10% шанс виявити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rng.gen_bool(0.1)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target = 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id: TargetId(rng.gen()),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target_type: TargetType::Unknown,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position: Position::new(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self.position.x + rng.gen_range(-self.scan_radius..self.scan_radius),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self.position.y + rng.gen_range(-self.scan_radius..self.scan_radius),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velocity: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confidence: rng.gen_range(0.5..1.0),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last_seen: std::time::Instant::now(),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detected.push(target);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detected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повідомлення координатору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send_message(&amp;self, msg: AgentMessage)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self.to_coordinator.send(msg).is_ok()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self.shared.stats.total_messages.fetch_add(1,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Agent::handle_command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Обробка команди від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handle_command(&amp;mut self, cmd: Command)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println!("[{}] Received command: {:?}", self.id, 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cmd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Command::MoveTo {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AgentState::MovingTo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target,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reason: MoveReason::Command,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Command::Patrol { area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self.generate_patrol_waypoints(&amp;area);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self.patrol_area = Some(area);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AgentState::Patrolling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waypoint_index: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Command::ReturnToBase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AgentState::Returning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base: self.base_position,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Command::Halt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AgentState::Idle;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Command::Shutdown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println!("[{}] Shutting down",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 інші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Agent::tick — один крок симуляції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Один крок симуляції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Перевірка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self.should_return_to_base() &amp;&amp; !matches!(self.state, AgentState::Returning { ..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self.send_message(AgentMessage::LowBattery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agent_id: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level: 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self.state = AgentState::Returning { base: self.base_position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Дія залежно від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&amp;self.state.clone()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AgentState::Idle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Нічого не робимо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AgentState::Patrolling { area, waypoint_index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self.tick_patrol(*waypoint_index);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AgentState::MovingTo { target, ..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self.reached_target(target)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AgentState::Idle;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AgentState::Returning { base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self.move_towards(base);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self.reached_target(base)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self.battery = 100;  // Зарядка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AgentState::Idle;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Agent::tick_patrol — патрулювання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tick_patrol(&amp;mut self, waypoint_index: usize)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self.waypoints.is_empty()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target = self.waypoints[waypoint_index];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self.move_towards(&amp;target);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Сканування під час руху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detected = self.scan_area();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target in detected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self.send_message(AgentMessage::TargetDetected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agent_id: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target: target.clone(),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Оновлюємо карту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Ok(mut map) = self.shared.world_map.write()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map.update_target(target);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self.shared.stats.total_detections.fetch_add(1,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Досягли waypoint — переходимо до наступного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self.reached_target(&amp;target)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next_index = (waypoint_index + 1) % self.waypoints.len();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Some(area) = self.patrol_area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AgentState::Patrolling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waypoint_index: next_index,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Визначено базові типи: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Position, Area — геометрія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AgentState — машина станів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Target, Detection — цілі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AgentId, AgentInfo — ідентифікація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Повідомлення та команди: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AgentMessage — від агента до координатора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Command — від координатора до агента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Спільний стан: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WorldMap — карта світу (RwLock)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SwarmStats — статистика (Atomic)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SharedState — обгортка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Agent структура: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Поля стану та конфігурації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Методи руху, сканування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handle_command, tick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Coordinator, main(), повний код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Локальний рій Частина 1</dc:title>
  <dc:subject>PptxGenJS Presentation</dc:subject>
  <dc:creator>О.С. Бичков</dc:creator>
  <cp:lastModifiedBy>О.С. Бичков</cp:lastModifiedBy>
  <cp:revision>1</cp:revision>
  <dcterms:created xsi:type="dcterms:W3CDTF">2026-01-02T18:43:04Z</dcterms:created>
  <dcterms:modified xsi:type="dcterms:W3CDTF">2026-01-02T18:43:04Z</dcterms:modified>
</cp:coreProperties>
</file>