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Обробка помилок: Option та Result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Безпечне програмування без null та exceptions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Some • None • Ok • Err • ? оператор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пошук дрона, читання сенсорів, валідація команд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Option&lt;T&gt; — відсутність значення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1: Option)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Проблема null в інших мовах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Option&lt;T&gt;?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Some та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Створення Option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Pattern matching з Option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if let та while 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unwrap та expect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unwrap_or, unwrap_or_else, unwrap_or_default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map та and_then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ok_or — конвертація в 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Option у структурах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Пошук дрона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Читання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Опціональні поля агента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Методи Option (таблиця)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Result&lt;T, E&gt; — обробка помилок, оператор ?, власні помилки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 null в інших мовах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"I call it my billion-dollar mistake" — Tony Hoare (винахідник null)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Null — спеціальне значення, що означає "відсутність значення"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14630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❌ Проблеми з null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NullPointerException в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Компілятор не попереджає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Забуті перевірки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Неочевидно, де може бути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"Defensive programming" скрізь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41148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916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Java / C# / 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len = name.length();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NullPointerException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runtime!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73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Rust: немає null! Замість цього — Option&lt;T&gt;, що перевіряється компілятором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Option&lt;T&gt;?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Option&lt;T&gt; — enum, що представляє значення, яке може бути відсутнім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Визначення в стандартній бібліотеці: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00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Option&lt;T&gt;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Some(T),  // Значення присутнє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None,     // Значення відсутнє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93192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Some(T)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Є значення типу 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 Some(42), Some("hello")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41148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None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Значення відсутнє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Аналог null, але type-safe!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Option&lt;T&gt; знаходиться в prelude — не потрібно use!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Option в дії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Функція, що може повернути значення або нічого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find_drone(drones: &amp;[Drone], id: u32)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drone in 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drone.id == 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Some(drone);  // Знайшли!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 // Не знайшли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drones = vec![/* ... */];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find_drone(&amp;drones, 42)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Some(drone) =&gt; println!("Знайдено: {:?}", drone),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println!("Дрон не знайдено"),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ЗМУШУЄ обробити обидва варіанти!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Неможливо "забути" перевірити — компілятор не дасть!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Створення Option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Явне створення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some_number: Option&lt;i32&gt; = Some(5);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no_number: Option&lt;i32&gt; = None;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виводиться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Some(42);  // Option&lt;i32&gt;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Some("hi"); // Option&lt;&amp;str&gt;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Для None — вкажіть тип!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Компілятор не знає тип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None;  // Error!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Вкажіть явно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None::&lt;String&gt;;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 повертають багато методів стандартної бібліотеки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v.first()          // Option&lt;&amp;i32&gt; → Some(&amp;1)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v.get(10)          // Option&lt;&amp;i32&gt; →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v.iter().find(...)  // Option&lt;&amp;T&gt;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"hello".find('e')  // Option&lt;usize&gt; → Some(1)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HashMap::get(&amp;key) // Option&lt;&amp;V&gt;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Pattern matching з Option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maybe_number: Option&lt;i32&gt; = Some(42);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— повна обробка всіх варіантів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maybe_number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=&gt; println!("Число: {}", 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println!("Немає числа"),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Деструктуризація з умовою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maybe_number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if n &gt; 0 =&gt; println!("Позитивне: {}", 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=&gt; println!("Не позитивне: {}", 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println!("Відсутнє"),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Вкладені Option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nested: Option&lt;Option&lt;i32&gt;&gt; = Some(Some(42));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nested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Some(Some(n)) =&gt; println!("Значення: {}", 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Some(None) =&gt; println!("Внутрішній None"),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println!("Зовнішній None"),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if let — спрощений match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потрібно обробити тільки один варіант — if let зручніше за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</a:rPr>
              <a:t>match (verbose)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option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Some(x)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if let (concise)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Some(x) = option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let з 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Some(drone) = find_drone(&amp;drones, 42)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println!("Знайдено: {:?}", 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println!("Не знайдено");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let — цикл поки Some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stack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Some(top) = stack.pop()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top);  // 3, 2,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unwrap та expect — швидкий доступ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4630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unwrap() — паніка при None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Some(42);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x.unwrap()  // 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y.unwrap()  // ❌ panic!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⚠️ Тільки коли 100% впевнені!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14630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expect(msg) — паніка з повідомленням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get_config();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port =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.expect("Config must exist");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panic: "Config must exist"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</a:rPr>
              <a:t>Краще для дебагу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42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Коли використовувати unwrap/expect?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 тестах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Коли логічно неможливий None (і це доведено)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 прототипах (потім замінити!)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Безпечні альтернативи: unwrap_or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unwrap_or(default)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Some(5);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x.unwrap_or(0)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y.unwrap_or(0)  //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unwrap_or_else(f)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 — f викликається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тільки при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y.unwrap_or_else(||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compute_default()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868680"/>
            <a:ext cx="27432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unwrap_or_default()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Використовує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x.unwrap_or_default()  //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Option&lt;String&gt;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s.unwrap_or_default()  // ""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battery = drone.battery_level.unwrap_or(100);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config.get("name").unwrap_or_else(|| "default".to_string());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map — трансформація значення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map застосовує функцію до значення всередині Some, None залишає None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maybe_string: Option&lt;String&gt; = Some(String::from("hello"));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трансформує Some, ігнорує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maybe_len: Option&lt;usize&gt; = maybe_string.map(|s| 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none_string: Option&lt;String&gt;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none_len: Option&lt;usize&gt; = none_string.map(|s| 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Ланцюжок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Option&lt;i32&gt; = Some("42")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.map(|s| s.parse::&lt;i32&gt;())  // Option&lt;Result&lt;i32, _&gt;&gt;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Hmm, вкладені типи...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структур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drone: Option&lt;&amp;Drone&gt; = find_drone(&amp;drones, 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battery: Option&lt;u8&gt; = drone.map(|d| d.battery);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and_then — ланцюжок Option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and_then (flatMap) — коли функція сама повертає Option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 з map: вкладений Option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nested: Option&lt;Option&lt;i32&gt;&gt; = Some("42")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.map(|s| s.parse::&lt;i32&gt;().ok());  // Option&lt;Option&lt;i32&gt;&gt;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and_then "розгортає" вкладеність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flat: Option&lt;i32&gt; = Some("42")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.and_then(|s| s.parse::&lt;i32&gt;().ok());  // Option&lt;i32&gt;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Some(42)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Ланцюжок and_then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get_user(id: u32) -&gt; Option&lt;User&gt; { /* ...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get_email(user: &amp;User) -&gt; Option&lt;&amp;str&gt; { /* ...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email: Option&lt;&amp;str&gt; = get_user(42)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.and_then(|u| get_email(u));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Читається як: "якщо є user, то отримай email"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filter, or, and — комбінатори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filter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Some(4).filter(|x| x % 2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Some(4)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Some(3).filter(|x| x % 2 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or — альтернатива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None.or(Some(5))    // Some(5)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Some(3).or(Some(5)) // Some(3)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None.or_else(|| Some(5))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868680"/>
            <a:ext cx="27432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and — послідовність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Some(2).and(Some("hi"))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Some("hi")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None::&lt;i32&gt;.and(Some("hi"))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знайти активного дрона з достатнім зарядом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suitable_drone: Option&lt;&amp;Drone&gt; = find_drone(&amp;drones, 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.filter(|d| d.is_active)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.filter(|d| d.battery &gt; 20);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ok_or — конвертація в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Часто потрібно перетворити Option на Result для обробки помилок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ok_or — None стає Err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Some(42);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Result&lt;i32, &amp;str&gt; = x.ok_or("Value not found");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Ok(42)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Result&lt;i32, &amp;str&gt; = y.ok_or("Value not found");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Err("Value not found")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ok_or_else — lazy версія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option.ok_or_else(||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format!("Drone {} not found",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get_drone_or_error(id: u32) -&gt; Result&lt;&amp;Drone, String&gt;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find_drone(&amp;drones,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.ok_or_else(|| format!("Drone {} not found", id))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Option у структурах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Опціональні поля — звичайна практика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Опціональні поля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assigned_mission: Option&lt;MissionId&gt;,  // Може не мати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last_contact: Option&lt;Timestamp&gt;,      // Може бути новий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commander_id: Option&lt;u32&gt;,            // Може бути незалежний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is_available(&amp;self)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Доступний якщо немає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self.assigned_mission.is_none() &amp;&amp; self.battery &gt;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mission_name(&amp;self) -&gt; Option&lt;&amp;str&gt;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Ланцюжок: місія → назва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self.assigned_mission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.and_then(|m| missions.get(m))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.map(|m| m.name.as_str())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Перевірки: is_some, is_none, is_some_and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Some(42);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Прості перевірки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x.is_some()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x.is_none()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y.is_some()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y.is_none()  //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is_some_and — перевірка з умовою (Rust 1.70+)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Some(5).is_some_and(|x| x &gt; 3)  //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Some(2).is_some_and(|x| x &gt; 3)  //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None::&lt;i32&gt;.is_some_and(|x| x &gt; 3)  //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drone.assigned_mission.is_none()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assign_new_mission(&amp;mut 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Краще: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drone.is_available()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assign_new_mission(&amp;mut 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take та replace — мутація Option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take() — забрати значення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Some(42);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x.take();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 = Some(42)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ownership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mission = drone.assigned_mission.take();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Some(m) =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complete_mission(m);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drone.assigned_mission тепер None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replace() — замінити значення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Some(42);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x.replace(100);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= Some(42)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 Some(100)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Оновити місію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old_mission = drone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.assigned_mission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.replace(new_mission_id);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Обробити стару місію...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— вставити і отримати &amp;mut (Rust 1.53+)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x.insert(42);  // &amp;mut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*r += 1;  // x = Some(43)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as_ref та as_mut — конвертація посилань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text: Option&lt;String&gt; = Some(String::from("hello"));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map споживає Option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len = text.map(|s| s.len());  // text moved!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as_ref() — Option&lt;&amp;T&gt;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text: Option&lt;String&gt; = Some(String::from("hello"));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len = text.as_ref().map(|s| s.len());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все ще доступний!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as_mut() — Option&lt;&amp;mut 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text: Option&lt;String&gt; = Some(String::from("hello"));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Some(s) = text.as_mut()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s.push_str(" 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= Some("hello world")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as_deref() — Option&lt;&amp;T::Target&gt; (для String → &amp;str)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Option&lt;String&gt; = Some("hello".to_string());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slice: Option&lt;&amp;str&gt; = s.as_deref();  // Option&lt;&amp;str&gt;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Пошук дрона в рої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дрон за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find_by_id(&amp;self, id: u32)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self.drones.iter().find(|d| d.id ==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найближчий до позиції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find_nearest(&amp;self, pos: &amp;Position)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d.is_active)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.min_by_key(|d| d.position.distance_to(pos) as i64)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командира групи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find_commander(&amp;self, group: GroupId)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.find(|d| d.group_id == group &amp;&amp; d.is_commander)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доступного дрона для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find_available(&amp;self)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.find(|d| d.is_active &amp;&amp; d.battery &gt; 30 &amp;&amp; d.assigned_mission.is_none())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Читання сенсорів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Sensors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gps: Option&lt;GpsReading&gt;,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radar: Option&lt;RadarReading&gt;,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camera: Option&lt;CameraFrame&gt;,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battery_sensor: Option&lt;BatteryReading&gt;,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Sensors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позицію (якщо GPS працює)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get_position(&amp;self) -&gt; Option&lt;Position&gt;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self.gps.as_ref().map(|g|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x: g.latitude,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y: g.longitude,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altitude: g.altitude,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Перевірити всі критичні сенсори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all_critical_ok(&amp;self)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self.gps.is_some() &amp;&amp; self.battery_sensor.is_some()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заряд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battery_level(&amp;self) -&gt; Option&lt;u8&gt;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self.battery_sensor.as_ref().map(|b| b.percentage)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Опціональні компоненти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AgentRole,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Опціональні компоненти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communication: Option&lt;CommModule&gt;,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weapons: Option&lt;WeaponsSystem&gt;,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cargo: Option&lt;CargoHold&gt;,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sensors: Option&lt;SensorSuite&gt;,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Може спілкуватись?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can_communicate(&amp;self)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self.communication.as_ref()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.map(|c| c.is_operational())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.unwrap_or(false)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Вантажопідйомність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cargo_capacity(&amp;self)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self.cargo.as_ref()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.map(|c| c.max_weight)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.unwrap_or(0)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Озброєний?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is_armed(&amp;self)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self.weapons.is_some()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flatten та zip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flatten — розгортання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nested: Option&lt;Option&lt;i32&gt;&gt; = Some(Some(42));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nested.flatten()  // Some(42)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nested: Option&lt;Option&lt;i32&gt;&gt; = Some(None);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nested.flatten()  //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nested: Option&lt;Option&lt;i32&gt;&gt;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nested.flatten()  // None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zip — об'єднання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Some(1);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Some("hi");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a.zip(b)  // Some((1, "hi"))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c: Option&lt;i32&gt; =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a.zip(c)  //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unzip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pair = Some((1, "hi"));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pair.unzip()  // (Some(1), Some("hi"))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zip у МАС: об'єднати дані з різних джерел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coords: Option&lt;(f64, f64)&gt; = gps.get_lat().zip(gps.get_lon());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Option (1/2)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is_some() / is_none()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Перевірка наявності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panic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expect(msg)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panic з msg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unwrap_or(def)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unwrap_or_else(f)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обчислити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unwrap_or_default()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Витягти або Default::default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map(f)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Трансформувати Some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Option&lt;U&gt;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and_then(f)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Ланцюжок (flatMap)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Option&lt;U&gt;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Option (2/2)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filter(p)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Залишити якщо predicate true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ok_or(err)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Конвертувати в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Result&lt;T, 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as_ref()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as_mut()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Option&lt;&amp;mut 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Option&lt;&amp;mut 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take()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Забрати значення, залишити None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replace(val)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Замінити значення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zip(other)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Об'єднати два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Option&lt;(T, U)&gt;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flatten()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Option&lt;Option&lt;T&gt;&gt; → 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Option&lt;T&gt;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Option&lt;T&gt; замінює null: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Some(value) — значення 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None — значення відсутнє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Компілятор змушує обробити обидва варіанти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Основні патерни: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match / if let — деструктуризація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map / and_then — ланцюжки трансформацій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unwrap_or — значення за замовчуванням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ok_or — конвертація в Result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застосування: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Пошук агентів: Option&lt;&amp;Drone&gt;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Опціональні компоненти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Читання сенсорів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Result&lt;T, E&gt; — обробка помилок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та Result Частина 1</dc:title>
  <dc:subject>PptxGenJS Presentation</dc:subject>
  <dc:creator>О.С. Бичков</dc:creator>
  <cp:lastModifiedBy>О.С. Бичков</cp:lastModifiedBy>
  <cp:revision>1</cp:revision>
  <dcterms:created xsi:type="dcterms:W3CDTF">2026-01-02T17:08:08Z</dcterms:created>
  <dcterms:modified xsi:type="dcterms:W3CDTF">2026-01-02T17:08:08Z</dcterms:modified>
</cp:coreProperties>
</file>