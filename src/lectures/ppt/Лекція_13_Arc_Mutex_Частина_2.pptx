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13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RwLock, Condvar та Atomics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Розширені примітиви синхронізації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RwLock • Condvar • Barrier • Once • Atomic types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карта світу, події рою, синхронізація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RwLock та інші примітиви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RwLock&lt;T&gt; — read-write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RwLockReadGuard / WriteGuard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Коли Mutex, коли RwLock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Reader starvation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Condvar — condition variable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Condvar::wait / notify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Barrier — синхронна точка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Once — одноразова ініціалізація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Atomic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AtomicBool, AtomicUsize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Atomic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Спільна карта (RwLock)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Event system (Condvar)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Phase synchronization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🤖 Lock-free counter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parking_lot crate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RwLock&lt;T&gt; — Read-Write Lock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RwLock дозволяє: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читачів одночасно (shared read)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АБО один писач (exclusive write)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Ніколи обидва разом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Ідеально для: багато читань, рідкі записи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std::sync::RwLock;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lock = RwLock::new(vec![1,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Читання — багато потоків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r1 = lock.read().unwrap();  // RwLockReadGuard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r2 = lock.read().unwrap();  // ✓ Ще один читач!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println!("{:?}, {:?}", *r1, *r2);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r1, r2 dropped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Запис — ексклюзивно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w = lock.write().unwrap();  // RwLockWriteGuard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Ніхто не може читати чи писати поки w живий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w dropped — інші можуть працювати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RwLockReadGuard та RwLockWriteGuard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std::sync::RwLock;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lock = RwLock::new(String::from("hello"));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RwLockReadGuard&lt;T&gt; — Deref до &amp;T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read_guard = lock.read().unwrap();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println!("Length: {}", read_guard.len());  // Deref до &amp;String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read_guard.push_str("!");  // ❌ Error: no DerefMut!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RwLockWriteGuard&lt;T&gt; — Deref та DerefMut до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write_guard = lock.write().unwrap();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write_guard.push_str(" world");  // ✓ DerefMut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*write_guard);    // "hello world"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try_read() / try_write() — non-blocking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Ok(r) = lock.try_read()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*r);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println!("Lock busy");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Mutex, коли RwLock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Mutex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RwLock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Concurrent reads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Concurrent writes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Lock overhead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Менший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Більший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Implementation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Простіша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Складніша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Fairness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FIFO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Можливий bias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Часті writes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Рідкі writes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81635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вибору: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 — за замовчуванням (простіше, менший overhead)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RwLock — якщо читань &gt;&gt; записів (&gt;10:1)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⚠️ RwLock НЕ завжди швидший за Mutex!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Reader/Writer Starvation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Reader starvation або Writer starvation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Сценарій 1: Writer starvation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Багато читачів постійно, писач ніколи не отримує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 = lock.read().unwrap();  // Читачі завжди 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Writer чекає вічно...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Сценарій 2: Reader starvation (write-preferring)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Писач блокує всіх читачів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w = lock.write().unwrap();  // Writer завжди бере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Readers чекають вічно...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std::sync::RwLock — OS-dependent поведінка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Linux: зазвичай writer-preferring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Windows: reader-preferring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parking_lot::RwLock — fair, налаштовується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Або: використовуйте Mutex якщо fairness критична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Порада: профілюйте реальний workload!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Condvar — Condition Variable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Condvar — примітив для очікування умови: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Потік чекає поки умова не стане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Інший потік сигналізує коли умова змінилась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Ефективніше за busy-waiting (spin loop)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373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std::sync::{Mutex, Condvar};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pair = (Mutex::new(false), Condvar::new());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(lock, cvar) = &amp;pair;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Потік 1: чекає на умову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started = lock.lock().unwrap();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!*started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wait() атомарно: unlock mutex, sleep, re-lock при wake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started = cvar.wait(started).unwrap();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println!("Started!");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Потік 2: сигналізує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started = lock.lock().unwrap();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*started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cvar.notify_one();  // Розбудити один потік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cvar.notify_all();  // Розбудити всі потоки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Condvar: правильний патерн wait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Mutex, Condvar};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Producer-Consumer з Condvar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queue = Arc::new((Mutex::new(Vec::new()), Condvar::new()));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q = Arc::clone(&amp;queue);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(lock, cvar) = &amp;*q;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queue = lock.lock().unwrap();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ВАЖЛИВО: while loop, не if!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Spurious wakeups можливі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queue.is_empty()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queue = cvar.wait(queue).unwrap();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item = queue.pop().unwrap();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println!("Consumed: {}", item);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(lock, cvar) = &amp;*queue;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lock.lock().unwrap().push(42);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cvar.notify_one();  // Розбудити consumer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Condvar: wait_timeout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std::sync::{Mutex, Condvar};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pair = (Mutex::new(false), Condvar::new());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(lock, cvar) = &amp;pair;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guard = lock.lock().unwrap();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wait_timeout — чекати з обмеженням часу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cvar.wait_timeout(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Duration::from_secs(5)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= result.0;  // Новий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timed_out = result.1.timed_out();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timed_out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println!("Timeout! Condition not met.");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println!("Condition met: {}",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wait_timeout_while — чекати поки предикат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(guard, timeout) = cvar.wait_timeout_while(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lock.lock().unwrap(),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Duration::from_secs(5),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|&amp;mut ready| !ready  // Чекати поки ready ==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).unwrap();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Barrier — синхронна точка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Barrier};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Barrier — всі потоки чекають поки всі не досягнуть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barrier = Arc::new(Barrier::new(3));  // 3 потоки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handles = vec![];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0..3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 = Arc::clone(&amp;barrier);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handles.push(thread::spawn(move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println!("Thread {} before barrier",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поки всі 3 потоки досягнуть цієї точки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b.wait();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println!("Thread {} after barrier", i);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handles { h.join().unwrap();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Вивід: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0 before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1 before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2 before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(всі чекають...)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0 after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1 after barrier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 2 after barrier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Once — одноразова ініціалізація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std::sync::Once;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INIT: Once = Once::new();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mut CONFIG: Option&lt;Config&gt; = None;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get_config() -&gt; &amp;'static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call_once гарантує виконання closure ОДИН раз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Навіть якщо кілька потоків викличуть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INIT.call_once(||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println!("Initializing config...");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unsafe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CONFIG = Some(Config::load());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unsafe { CONFIG.as_ref().unwrap()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Безпечніша альтернатива — OnceLock (Rust 1.70+)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std::sync::OnceLock;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CONFIG: OnceLock&lt;Config&gt; = OnceLock::new();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get_config() -&gt; &amp;'static Config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CONFIG.get_or_init(||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println!("Initializing...");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Config::load()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Atomic Types — lock-free примітиви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std::sync::atomic::{AtomicBool, AtomicUsize, AtomicI32,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Атомарні типи — thread-safe без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flag = AtomicBool::new(false);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AtomicUsize::new(0);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AtomicI32::new(42);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 — атомарне читання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 = flag.load(Ordering::SeqCst);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 = counter.load(Ordering::SeqCst);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 — атомарний запис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flag.store(true, Ordering::SeqCst);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fetch_add/sub — атомарний інкремент/декремент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counter.fetch_add(1, Ordering::SeqCst);  // Повертає старе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compare_exchange — атомарний CAS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flag.compare_exchange(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false,              // expected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true,               //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Ordering::SeqCst,   // success ordering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Ordering::SeqCst    // failure ordering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Ok(false) якщо було false і стало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Err(actual) якщо було не false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Atomic Patterns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std::sync::atomic::{AtomicUsize, AtomicBool,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1: Counter (most common)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COUNTER: AtomicUsize = AtomicUsize::new(0);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increment()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2: Flag (stop signal)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RUNNING: AtomicBool = AtomicBool::new(true);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worker_loop()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RUNNING.load(Ordering::Relaxed)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do work...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stop_workers()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RUNNING.store(false,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3: Spin lock (зазвичай краще Mutex)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SpinLock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locked: AtomicBool,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SpinLock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lock(&amp;self)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self.locked.compare_exchange(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false, true, Ordering::Acquire, Ordering::Relaxed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).is_err()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std::hint::spin_loop();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Спільна карта світу (RwLock)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RwLock};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WorldMap = Arc&lt;RwLock&lt;HashMap&lt;(i32, i32), CellInfo&gt;&gt;&gt;;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CellInfo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terrain: Terrain,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last_seen: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seen_by: Vec&lt;u32&gt;,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world_map: WorldMap,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Читання карти — багато агентів одночасно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check_cell(&amp;self, pos: (i32, i32)) -&gt; Option&lt;CellInfo&gt;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map = self.world_map.read().unwrap();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map.get(&amp;pos).cloned()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Оновлення карти — ексклюзивно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update_cell(&amp;self, pos: (i32, i32), info: CellInfo)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map = self.world_map.write().unwrap();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map.insert(pos, info);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Масове читання — один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get_area(&amp;self, positions: &amp;[(i32, i32)]) -&gt; Vec&lt;Option&lt;CellInfo&gt;&gt;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map = self.world_map.read().unwrap();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positions.iter().map(|p| map.get(p).cloned()).collect()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Event System з Condvar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Mutex, Condvar};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pos: Position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AgentDown { id: u32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 { mission_id: u32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events: Mutex&lt;Vec&lt;Event&gt;&gt;,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notifier: Condvar,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publish(&amp;self, event: 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self.events.lock().unwrap().push(event);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self.notifier.notify_all();  // Розбудити всіх підписників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wait_for_event(&amp;self) -&gt; 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events = self.events.lock().unwrap();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events.is_empty()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events = self.notifier.wait(events).unwrap();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events.remove(0)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try_get_event(&amp;self) -&gt; Option&lt;Event&gt;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events = self.events.lock().unwrap();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events.is_empty() { None } else { Some(events.remove(0))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Синхронізація фаз рою (Barrier)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Barrier};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Симуляція з синхронними фазами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SwarmSimulation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Vec&lt;Agent&gt;,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phase_barrier: Arc&lt;Barrier&gt;,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SwarmSimulation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new(agent_count: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SwarmSimulation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(0..agent_count).map(Agent::new).collect(),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phase_barrier: Arc::new(Barrier::new(agent_count)),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run_tick(&amp;self)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handles: Vec&lt;_&gt; = self.agents.iter().enumerate().map(|(i, agent)|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barrier = Arc::clone(&amp;self.phase_barrier);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agent = agent.clone();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Фаза 1: Сприйняття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agent.perceive();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barrier.wait();  // Всі чекають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Фаза 2: Рішення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agent.decide();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barrier.wait();  // Всі чекають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// Фаза 3: Дія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agent.act();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h in handles { h.join().unwrap();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Lock-free статистика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std::sync::atomic::{AtomicU64, Ordering};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Lock-free глобальна статистика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total_moves: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total_scans: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total_messages: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active_agents: AtomicU64,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Arc&lt;Self&gt;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Arc::new(SwarmStats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total_moves: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total_scans: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total_messages: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active_agents: AtomicU64::new(0),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record_move(&amp;self)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self.total_moves.fetch_add(1,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agent_joined(&amp;self)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self.active_agents.fetch_add(1,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agent_left(&amp;self)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self.active_agents.fetch_sub(1, Ordering::SeqCst);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snapshot(&amp;self) -&gt; StatsSnapshot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StatsSnapshot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moves: self.total_moves.load(Ordering::Relaxed),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scans: self.total_scans.load(Ordering::Relaxed),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messages: self.total_messages.load(Ordering::Relaxed),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active: self.active_agents.load(Ordering::SeqCst),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Atomic stop signal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std::sync::atomic::{AtomicBool, Ordering};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stop_flag: Arc&lt;AtomicBool&gt;,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run(&amp;self)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println!("Agent {} started",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!self.stop_flag.load(Ordering::Relaxed)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Основний цикл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self.do_work();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thread::sleep(std::time::Duration::from_millis(100));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println!("Agent {} stopped", self.id);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stop_flag = Arc::new(AtomicBool::new(false));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handles: Vec&lt;_&gt; = (0..5).map(|id|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agent = Agent { id, stop_flag: Arc::clone(&amp;stop_flag)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thread::spawn(move || agent.run())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}).collect();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thread::sleep(std::time::Duration::from_secs(2));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Зупиняємо всіх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stop_flag.store(true,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h in handles { h.join().unwrap();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parking_lot crate — швидші примітиви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parking_lot — популярна альтернатива std::sync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Переваги: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Менший розмір (Mutex: 1 byte vs 40+ bytes)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Швидший для uncontended case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Не має poison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Додаткові можливості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parking_lot::{Mutex, RwLock, Condvar};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mutex = Mutex::new(42);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guard = mutex.lock();  // Не повертає Result!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*guard);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Додаткові можливості: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rwlock = RwLock::new(vec![1,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Upgradeable read lock — можна апгрейднути до 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read = rwlock.upgradable_read();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read.is_empty()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write = parking_lot::RwLockUpgradableReadGuard::upgrade(read);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write.push(1);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Fair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fair_mutex = parking_lot::FairMutex::new(0);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Cargo.toml: parking_lot = "0.12"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примітивів синхронізації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Примітив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Blocking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Overhead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General purpose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RwLock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Read-heavy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Condvar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Wait for condition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Barrier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Phase sync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Init once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Very low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Atomic*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Counters, flags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90779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вибору: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Atomic — для простих лічильників/прапорців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 — загальний випадок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RwLock — якщо reads &gt;&gt; writes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Condvar — очікування умови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Barrier — фазова синхронізація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Best Practices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Мінімізуйте scope lock'ів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Уникайте вкладених locks (deadlock)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RwLock тільки якщо вимірювання показують виграш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Atomic для простих лічильників/прапорців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parking_lot для production коду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тримайте lock через await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spin locks без причини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poisoned mutex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Arc&lt;RwLock&lt;WorldMap&gt;&gt; — карта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Arc&lt;Mutex&lt;CommandQueue&gt;&gt; — черга команд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AtomicBool — stop signal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Condvar — очікування подій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Barrier — фазова симуляція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Deadlock Prevention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754880" cy="2377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4572000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Lock Ordering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Завжди беріть locks в однаковому порядку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Lock Hierarchy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Визначте рівні: L1 &lt; L2 &lt; L3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Ніколи не беріть lower lock тримаючи higher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try_lock з timeout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Відпустіть все і спробуйте знову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Single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Один mutex для всієї критичної секції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Lock-free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Atomic operations замість locks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39496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4406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Lock ordering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safe_swap(a: &amp;Mutex&lt;i32&gt;, b: &amp;Mutex&lt;i32&gt;)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(first, second) = if a as *const _ &lt; b as *const _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(a,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(b, 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g1 = first.lock().unwrap();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g2 = second.lock().unwrap();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std::mem::swap(&amp;mut *g1, &amp;mut *g2);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RwLock&lt;T&gt;: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читачів АБО один писач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Для read-heavy workloads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Condvar: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Очікування умови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wait() + notify_one()/notify_all()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Barrier: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Синхронна точка для N потоків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Once / OnceLock: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Одноразова ініціалізація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Atomic types: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Lock-free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Найшвидші для простих випадків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комбінація примітивів для різних задач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Channels — Message Passing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Thread-safe Cache: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Arc&lt;RwLock&lt;HashMap&lt;K, V&gt;&gt;&gt;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get, insert, remove методи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Benchmark Mutex vs RwLock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Producer-Consumer з Condvar: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Bounded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Producers чекають якщо повний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Consumers чекають якщо порожній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Barrier-based simulation: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10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3 фази на tick: perceive, decide, 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Синхронізація між фазами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Lock-free Statistics: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Atomic counters для всіх метрик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snapshot() без locks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Event Bus: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publish(Event)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subscribe() → wait_for_event()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Timeout support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Arc • Mutex • RwLock • Condvar • Atomics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Mutex Частина 2</dc:title>
  <dc:subject>PptxGenJS Presentation</dc:subject>
  <dc:creator>О.С. Бичков</dc:creator>
  <cp:lastModifiedBy>О.С. Бичков</cp:lastModifiedBy>
  <cp:revision>1</cp:revision>
  <dcterms:created xsi:type="dcterms:W3CDTF">2026-01-02T18:27:15Z</dcterms:created>
  <dcterms:modified xsi:type="dcterms:W3CDTF">2026-01-02T18:27:15Z</dcterms:modified>
</cp:coreProperties>
</file>