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BDI: Переконання-Бажання-Наміри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Когнітивна архітектура раціональних агентів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Beliefs • Desires • Intentions • Plans • Deliberation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Інтелектуальні автономні агенти з цілеспрямованою поведінкою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Теоретичні основи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Що таке BDI?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Історія та філософські основи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Beliefs (Переконання)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Desires (Бажання)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Intentions (Наміри)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Взаємозв'язок B-D-I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Цикл обробки BDI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Deliberation (Обдумування)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Means-End Reasoning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Плани та бібліотека планів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Порівняння з реактивними агентами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Порівняння з іншими архітектурами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Переваги BDI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Недоліки BDI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BDI для БПЛА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Реалізація на Rust, повний BDI-агент БПЛА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BDI?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(Beliefs-Desires-Intentions) — когнітивна архітектура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для моделювання раціональних агентів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Три ментальні стани: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Beliefs (Переконання) — що агент знає/вважає про світ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Desires (Бажання) — чого агент хоче досягти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Intentions (Наміри) — до чого агент зобов'язався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Ключова ідея: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Агент приймає рішення подібно до людини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аналізує ситуацію, обирає цілі, формує плани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529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"BDI — це спроба формалізувати людське практичне міркування"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— Michael Bratman, філософ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Історія BDI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Філософські корені: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1987 — Michael Bratman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"Intention, Plans, and Practical Reason"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Філософська теорія практичного міркування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Інтенції як "зобов'язання до дії"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Комп'ютерна реалізація: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1988 — PRS (Procedural Reasoning System)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Georgeff &amp; Lansky, SRI International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Перша BDI-система для реального часу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1991 — dMARS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Australian AI Institute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Distributed Multi-Agent Reasoning System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1999 — AgentSpeak(L)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Формальна мова для BDI-агентів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2000s — Jason, JACK, Jadex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Сучасні BDI-фреймворки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Філософія Bratman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194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Bratman's теорія інтенцій: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Інтенції керують практичним міркуванням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Наміри фільтрують допустимі варіанти дій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Інтенції мають інерцію (persistence)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Ми не переглядаємо наміри щомиті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Це економить когнітивні ресурси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Інтенції обмежують майбутні дії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Прийняті наміри створюють зобов'язання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Інтенції ведуть до планування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Намір досягти цілі викликає пошук способу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Інтенції мають ієрархію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Загальні → конкретні → дії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Приклад: Намір "полетіти на конференцію" → план "купити квиток, забронювати готель..."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Beliefs (Переконання)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Beliefs — інформаційний стан агента про світ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Можуть бути неповними (агент не знає все)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Можуть бути неточними (агент може помилятись)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Оновлюються при отриманні нової інформації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Представляють суб'єктивну картину світу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Джерела переконань: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Сенсори (perception)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Комунікація з іншими агентами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Логічний висновок (inference)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Початкові знання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514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Beliefs для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Beliefs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Власний 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my_position: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my_battery: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my_health: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Знання про середовище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known_obstacles: Vec&lt;Obstacle&gt;,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known_targets: Vec&lt;Target&gt;,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weather_conditions: Weather,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Знання про інших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friendly_agents: HashMap&lt;AgentId, AgentInfo&gt;,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enemy_positions: Vec&lt;Position&gt;,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Стан місії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mission_status: MissionStatus,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base_location: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Desires (Бажання)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417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Desires — мотиваційний стан агента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Представляють бажані стани світу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Можуть бути суперечливими (conflicts)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Мають пріоритети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 всі desires стануть intentions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Типи бажань: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Achieve goals — досягти стану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Maintain goals — підтримувати стан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Avoid goals — уникнути стану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Query goals — дізнатись інформацію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Desires для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Desire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Achieve goals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ReachPosition(Position),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DestroyTarget(TargetId),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CompletePatrol(Area),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Maintain goals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MaintainFormation(FormationId),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KeepAltitude(f32),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StayConnected,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Avoid goals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AvoidCollision,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AvoidNoFlyZone(Area),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Query goals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LocateTarget(TargetType),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ScanArea(Area),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DesireWithPriority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desire: Desire,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u8,  // 0-255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Intentions (Наміри)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Intentions — зобов'язання агента до дії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Вибрані з desires для виконання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Мають persistence (не скасовуються легко)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Фільтрують несумісні варіанти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Викликають планування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Характеристики інтенцій: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Consistency — не суперечать одна одній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Persistence — зберігаються до досягнення/скасування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Influence — впливають на практичне міркування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Commitment — зобов'язання діяти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331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Intention = Desire + Commitment +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Intention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Що саме намір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goal: Desire,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План досягнення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plan: Plan,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Поточний стан виконання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IntentionStatus,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Умови скасування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drop_conditions: Vec&lt;Condition&gt;,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Час створення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created_at: Instant,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IntentionStatus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Active,          // Виконується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Suspended,       // Призупинено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Achieved,        // Досягнуто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Failed,          // Провалено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Dropped,         // Скасовано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Взаємозв'язок Beliefs-Desires-Intentions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┌─────────────────────────────────┐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│          ENVIRONMENT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└────────────┬──────────────────────┘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│ perception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▼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AGENT                    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┌─────────────┐      ┌─────────────┐      ┌─────────────┐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BELIEFS   │─────►│   DESIRES   │─────►│ INTENTIONS  │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        │      │             │      │             │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Що я знаю   │      │ Чого хочу   │      │ Що буду     │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про світ    │      │ досягти     │      │ робити      │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└─────────────┘      └─────────────┘      └──────┬──────┘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▲                                          │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deliberation                ▼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                 ┌─────────────┐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└───────────────────────────────│    PLANS    │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belief revision       └──────┬──────┘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└────────────────────────────────────────────────┼─────────────┘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│ action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▼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┌─────────────────────────────────┐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│          ENVIRONMENT             │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└─────────────────────────────────┘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Цикл обробки BDI-агента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Основний цикл BDI-агента: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loop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1. Perception — отримати дані від сенсорів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2. Belief Revision — оновити переконання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3. Option Generation — генерувати можливі бажання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4. Deliberation — обрати intentions з desires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5. Means-End Reasoning — обрати план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6. Execute — виконати наступну дію плану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Ключові процеси: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BRF (Belief Revision Function) — оновлення beliefs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Filter — відбір desires для intentions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Plan Selection — вибір плану для intention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→ BRF → Options → Deliberate → Plan → Execute → repeat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Deliberation (Обдумування)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508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Deliberation — процес вибору intentions з desires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Питання deliberation: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Які desires актуальні зараз?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Які desires досяжні з поточних beliefs?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Які desires мають вищий пріоритет?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Чи сумісні обрані desires з поточними intentions?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Стратегії deliberation: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Priority-based — за пріоритетом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Utility-based — максимізація корисності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Constraint-based — задоволення обмежень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Deadline-based — за терміновістю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deliberate(beliefs: &amp;Beliefs, desires: &amp;[Desire], current_intentions: &amp;[Intention]) -&gt; Vec&lt;Intention&gt;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new_intentions = Vec::new();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Фільтруємо desires що можливо досягти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achievable = desires.iter()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.filter(|d| is_achievable(d, beliefs))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.collect::&lt;Vec&lt;_&gt;&gt;();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Сортуємо за пріоритетом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prioritized = achievable.clone();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prioritized.sort_by_key(|d| d.priority);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Перевіряємо сумісність з поточними intentions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desire in prioritized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is_compatible(desire, current_intentions)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Some(plan) = find_plan(desire, beliefs)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new_intentions.push(Intention::new(desire.clone(), plan));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new_intentions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Means-End Reasoning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Means-End Reasoning — пошук способу досягнення цілі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Процес: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Goal — що хочемо досягти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Current state — де зараз знаходимось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Plan library — доступні плани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Matching — знайти план що веде від state до goal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Planning approaches: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Hierarchical Task Network (HTN) — декомпозиція задач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STRIPS-like — preconditions/effects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Reactive plans — правила situation-action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Procedural plans — готові процедури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4231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Plan Library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PlanLibrary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plans: Vec&lt;PlanTemplate&gt;,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trigger: Desire,              // Для якого бажання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context: Vec&lt;Condition&gt;,      // Коли застосовний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Vec&lt;PlanStep&gt;,          // Кроки плану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PlanStep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Action(Action),               // Примітивна дія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Subgoal(Desire),              // Підціль (рекурсія)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Condition(Condition, Box&lt;PlanStep&gt;),  // Умовний крок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Loop(Condition, Box&lt;PlanStep&gt;),       // Цикл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Плани та бібліотека планів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плану для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patrol_plan = PlanTemplate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"patrol_area".to_string(),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trigger: Desire::CompletePatrol(Area::default()),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context: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Condition::BatteryAbove(20),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Condition::NoActiveThreats,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1. Піднятись на робочу висоту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PlanStep::Action(Action::SetAltitude(100.0)),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2. Для кожної waypoint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PlanStep::Loop(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Condition::WaypointsRemaining,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Box::new(PlanStep::Sequence(vec![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Летіти до waypoint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PlanStep::Subgoal(Desire::ReachPosition(Position::NEXT_WAYPOINT)),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Сканувати область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PlanStep::Action(Action::ScanArea(50.0)),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Якщо виявлено ціль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PlanStep::Condition(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Condition::TargetDetected,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Box::new(PlanStep::Action(Action::ReportTarget)),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3. Повернутись на базу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PlanStep::Subgoal(Desire::ReachPosition(Position::BASE)),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Бібліотека планів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library = PlanLibrary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plans: vec![patrol_plan, attack_plan, retreat_plan, escort_plan],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Реактивні агенти vs BDI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Реактивний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BDI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Архітектура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Stimulus-Response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Deliberative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Стан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Мінімальний/відсутній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Beliefs, Desires, Intentions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Планування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Відсутнє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Means-End Reasoning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Рішення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Правила if-then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Deliberation process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Адаптивність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Швидка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Повільніша, але гнучкіша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Низька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Висока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Пояснення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Важке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Можливе (intentions)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Прості задачі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Складні автономні задачі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13639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Гібридний підхід: Layered Architecture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Reactive layer — швидка реакція на загрози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BDI layer — стратегічне планування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когнітивних архітектур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Архітектура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Основа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Сила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Слабкість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BDI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Practical reasoning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Гнучкість, пояснення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Складність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SOAR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Production rules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Навчання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Overhead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ACT-R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Cognitive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Реалістичність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Специфічність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Subsumption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Layers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Робастність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Негнучкість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States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Простота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Не масштабується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Utility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Scoring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Гнучкість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Налаштування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0604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67919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найкраще підходить для: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Автономних агентів з довгостроковими цілями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Систем де потрібно пояснити поведінку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Динамічних середовищ з невизначеністю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Переваги BDI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Інтуїтивність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Модель близька до людського мислення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Легко проектувати та розуміти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Гнучкість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Адаптація до змін середовища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Вибір альтернативних планів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Пояснюваність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Можна пояснити "чому" агент діє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Intentions як причини дій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Модульність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Beliefs, Desires, Plans — окремі модулі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Легко розширювати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Теоретична основа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Формальна семантика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Доведені властивості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Реалістична поведінка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Commitment до цілей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Не "смикається" між цілями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Недоліки BDI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Складність реалізації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Багато компонентів для координації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Потребує ретельного проектування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Обчислювальна вартість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Deliberation та planning — дорогі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Не підходить для hard real-time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Проблема commitment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Занадто сильний commitment — ігнорує зміни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Занадто слабкий — "метушиться"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Складність балансування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Коли переглядати intentions?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Як часто deliberate?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Знання про плани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Потрібна бібліотека планів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Не генерує плани "з нуля"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Масштабування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Багато beliefs/desires = повільна deliberation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BDI архітектура для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Чому BDI ідеально підходить для БПЛА: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Автономність — БПЛА повинен діяти самостійно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Цілеспрямованість — є чіткі місії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Динамічне середовище — ситуація змінюється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Пояснюваність — командир повинен розуміти дії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Пріоритезація — безпека &gt; місія &gt; економія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Typical Beliefs для БПЛА: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Власна позиція, швидкість, батарея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Позиції союзників та противників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Стан місії, waypoints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Погодні умови, no-fly zones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Typical Desires: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Виконати місію (patrol, attack, escort)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Уникнути колізій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Зберегти енергію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Повернутись на базу при потребі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Приклад BDI-рішення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Сценарій: БПЛА на патрулюванні виявляє ворожу техніку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Beliefs: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my_position = (100, 200, 50)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battery = 45%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detected_target = Tank at (150, 180)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friendly_support = None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distance_to_base = 500m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Desires (з пріоритетами):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SURVIVE (priority: 100)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COMPLETE_MISSION (priority: 80)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DESTROY_TARGET (priority: 70)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CONSERVE_ENERGY (priority: 30)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Deliberation: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Battery 45% — достатньо для атаки та повернення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Ціль в зоні досяжності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Немає підтримки — ризик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Intention: REPORT_AND_TRACK (не атакувати без підтримки)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Plan: fly_to_safe_distance → report_target → track_target → wait_for_support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Ієрархія бажань БПЛА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Ієрархія бажань за пріоритетом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DesireCategory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Критичні (завжди виконуються)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Safety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AvoidCollision,      // Уникати зіткнень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EmergencyLanding,    // Аварійна посадка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AvoidHostileFire,    // Уникати вогню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Високий пріоритет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Survival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ReturnToBase,        // При низькій батареї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MaintainComms,       // Зв'язок з командуванням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EvadeThreats,        // Ухилятись від загроз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Середній пріоритет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CompletePatrol,      // Патрулювання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EngageTarget,        // Атака цілі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ProvideSupport,      // Підтримка союзників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Низький пріоритет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Efficiency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OptimizePath,        // Оптимізувати маршрут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ConserveEnergy,      // Економити енергію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MaintainFormation,   // Тримати формацію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Правило: Safety завжди переважає Mission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Умови перегляду Intentions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переглядати intentions?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Intention succeeded — ціль досягнута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Intention impossible — ціль недосяжна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Higher priority desire — з'явилась важливіша ціль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Context changed — умови плану більше не виконуються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переглядати коли: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Невеликі зміни середовища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План все ще виконується нормально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Немає кращої альтернативи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Баланс commitment: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Blind commitment — ніколи не переглядає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Single-minded commitment — до успіху/неможливості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Open-minded commitment — часта переоцінка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535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Рекомендація: Single-minded з periodic review (кожні N тіків)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Формальна семантика BDI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Logic (Rao &amp; Georgeff, 1991):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Модальні оператори: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BEL(φ) — агент вірить що 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DES(φ) — агент бажає 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INT(φ) — агент має намір φ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BEL(φ) → ¬DES(¬φ)  — не бажаємо те, що вважаємо неможливим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INT(φ) → DES(φ)     — intention передбачає desire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INT(φ) → BEL(можливо φ) — намір передбачає віру в можливість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Commitment strategies (формально):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Blind: INT(φ) до виконання 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Single-minded: INT(φ) до BEL(φ) або BEL(¬можливо φ)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Open-minded: INT(φ) доки DES(φ)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Формалізація дозволяє доводити властивості агента!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BDI — когнітивна архітектура раціональних агентів: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Beliefs — що агент знає про світ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Desires — чого агент хоче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Intentions — до чого зобов'язався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Ключові процеси: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Belief Revision — оновлення знань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Deliberation — вибір intentions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Means-End Reasoning — вибір плану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Переваги: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Інтуїтивність, гнучкість, пояснюваність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Недоліки: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Складність, обчислювальна вартість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Ідеально для автономних БПЛА: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Цілеспрямована поведінка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Адаптація до змін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Пріоритезація (Safety &gt; Mission)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Реалізація на Rust, повний BDI-агент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BDI Частина 1</dc:title>
  <dc:subject>PptxGenJS Presentation</dc:subject>
  <dc:creator>О.С. Бичков</dc:creator>
  <cp:lastModifiedBy>О.С. Бичков</cp:lastModifiedBy>
  <cp:revision>1</cp:revision>
  <dcterms:created xsi:type="dcterms:W3CDTF">2026-01-02T20:10:18Z</dcterms:created>
  <dcterms:modified xsi:type="dcterms:W3CDTF">2026-01-02T20:10:18Z</dcterms:modified>
</cp:coreProperties>
</file>