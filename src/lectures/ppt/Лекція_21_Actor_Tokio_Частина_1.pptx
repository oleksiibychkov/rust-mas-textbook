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21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Actor Model: Реалізація на Tokio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Практична реалізація Actor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Actor Framework • Typed Actors • Error Handling • Graceful Shutdown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Повноцінний рій БПЛА на основі Actor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Базова інфраструктура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Архітектура Actor Framework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ActorContext — контекст виконання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ActorRef — типізоване посилання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Trait 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Trait 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Spawning actors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Message routing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Error types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Actor state machine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Graceful shutdown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Cancellation 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DroneActor trait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DroneActor implementation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DroneActorHandle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Message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Підсумок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Coordinator, Supervision, повна система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Архітектура Actor Framework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Actor Framework Architecture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User Code      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┌─────────────────────────────────────────────────────┐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ActorRef&lt;M&gt;  ─────────→  Actor&lt;M&gt;                  │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(handle)       send()    (impl)                    │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└─────────────────────────────────────────────────────┘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Framework Layer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┌──────────────┐  ┌──────────────┐  ┌──────────────┐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ActorContext │  │   Mailbox    │  │   Spawner    │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(runtime)   │  │   (mpsc)     │  │  (tokio)     │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└──────────────┘  └──────────────┘  └──────────────┘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Tokio Runtime  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┌─────────────────────────────────────────────────────┐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Tasks • Channels • Timers • I/O                    │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└─────────────────────────────────────────────────────┘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Основні типи Actor Framework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Основні типи нашого Actor Framework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Унікальний ідентифікатор актора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PartialEq, Eq, Hash)]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ActorId(pub u64);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ActorId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 std::sync::atomic::{AtomicU64, Ordering};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static COUNTER: AtomicU64 = AtomicU64::new(0);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ActorId(COUNTER.fetch_add(1, Ordering::Relaxed))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Помилки Actor системи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thiserror::Error)]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ActorError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#[error("Mailbox is full")]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MailboxFull,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#[error("Actor has stopped")]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ActorStopped,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#[error("Request timeout")]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#[error("Actor panicked: {0}")]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Panicked(String),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Trait Actor — інтерфейс актора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async_trait::async_trait;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Головний trait для всіх акторів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#[async_trait]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trait Actor: Send + Sized + 'static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Тип повідомлень які актор обробляє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Message: Send + 'static;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Викликається перед початком обробки повідомлень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on_start(&amp;mut self, 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Default: нічого не робити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Обробка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&amp;mut self,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msg: Self::Message,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ctx: &amp;mut ActorContext&lt;Self&gt;,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Викликається після зупинки актора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on_stop(&amp;mut self, 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Default: нічого не робити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Назва актора для логування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name(&amp;self) -&gt; &amp;str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std::any::type_name::&lt;Self&gt;()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ActorContext — контекст виконання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tokio_util::sync::CancellationToken;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Контекст в якому виконується актор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ActorContext&lt;A: Actor&gt;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ID цього актора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id: ActorId,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Власне посилання (для передачі іншим)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self_ref: ActorRef&lt;A::Message&gt;,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Токен для graceful shutdown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cancellation: CancellationToken,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Sender для відправки собі (scheduled messages)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self_sender: mpsc::Sender&lt;A::Message&gt;,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impl&lt;A: Actor&gt; ActorContext&lt;A&gt;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Отримати посилання на себе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self_ref(&amp;self) -&gt; ActorRef&lt;A::Message&gt;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self.self_ref.clone()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Запросити зупинку актора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stop(&amp;self)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self.cancellation.cancel();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Перевірити чи актор має зупинитись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is_stopping(&amp;self)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self.cancellation.is_cancelled()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Надіслати повідомлення собі (для scheduled tasks)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send_self(&amp;self, msg: A::Message)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self.self_sender.send(msg).await.map_err(|_| ActorError::ActorStopped)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ActorContext — spawn та schedule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impl&lt;A: Actor&gt; ActorContext&lt;A&gt;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Створити дочірнього актора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spawn&lt;C: Actor&gt;(&amp;self, child: C) -&gt; ActorRef&lt;C::Message&gt;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spawn_actor(child)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Запланувати повідомлення з затримкою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schedule_once(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&amp;self,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delay: Duration,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msg: A::Message,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sender = self.self_sender.clone();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tokio::time::sleep(delay).await;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_ = sender.send(msg).await;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Запланувати періодичні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schedule_repeat(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&amp;self,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interval: Duration,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msg_fn: impl Fn() -&gt; A::Message + Send + 'static,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sender = self.self_sender.clone();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token = self.cancellation.clone();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mut interval = tokio::time::interval(interval);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tokio::select!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_ = token.cancelled() =&gt; break,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_ = interval.tick()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if sender.send(msg_fn()).await.is_err()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ActorRef — типізоване посилання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tokio::sync::{mpsc, oneshot};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Типізоване посилання на актора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ActorRef&lt;M: Send + 'static&gt;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ActorId,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sender: mpsc::Sender&lt;M&gt;,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impl&lt;M: Send + 'static&gt; ActorRef&lt;M&gt;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ID актора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id(&amp;self) -&gt; ActorId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Fire-and-forget надсилання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send(&amp;self, msg: M)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self.sender.send(msg).await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.map_err(|_| ActorError::ActorStopped)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Спробувати надіслати без очікування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try_send(&amp;self, msg: M)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self.sender.try_send(msg).map_err(|e| match 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mpsc::error::TrySendError::Full(_) =&gt; ActorError::MailboxFull,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mpsc::error::TrySendError::Closed(_) =&gt; ActorError::ActorStopped,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Перевірити чи актор живий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is_alive(&amp;self)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!self.sender.is_closed()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impl&lt;M: Send + 'static&gt; Clone for ActorRef&lt;M&gt;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clone(&amp;self)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ActorRef { id: self.id, sender: self.sender.clone()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Spawning Actors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Налаштування для spawn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SpawnConfig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mailbox_size: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name: Option&lt;String&gt;,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Default for SpawnConfig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default()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SpawnConfig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mailbox_size: 100,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name: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Створити та запустити актора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spawn_actor&lt;A: Actor&gt;(actor: A) -&gt; ActorRef&lt;A::Message&gt;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spawn_actor_with_config(actor, SpawnConfig::default())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spawn_actor_with_config&lt;A: Actor&gt;(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actor: 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 SpawnConfig,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ActorRef&lt;A::Message&gt;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id = ActorId::new();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rx) = mpsc::channel(config.mailbox_size);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cancellation = CancellationToken::new();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actor_ref = ActorRef { id, sender: tx.clone()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ctx = ActorContext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self_ref: actor_ref.clone(),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cancellation,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self_sender: tx,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tokio::spawn(run_actor(actor, rx, ctx));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actor_ref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Run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Головний цикл актора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run_actor&lt;A: Actor&gt;(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actor: 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receiver: mpsc::Receiver&lt;A::Message&gt;,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ctx: ActorContext&lt;A&gt;,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Lifecycle: on_start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tracing::debug!(actor_id = ?ctx.id, name = actor.name(), "Actor starting");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actor.on_start(&amp;mut ctx).await;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Main message loop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biased;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Check cancellation first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 ctx.cancellation.cancelled()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tracing::debug!(actor_id = ?ctx.id, "Actor cancelled");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Process messages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msg = receiver.recv()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Some(m)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actor.handle(m, &amp;mut ctx).await;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None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// All senders dropped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tracing::debug!(actor_id = ?ctx.id, "All senders dropped");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Lifecycle: on_stop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actor.on_stop(&amp;mut ctx).await;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tracing::debug!(actor_id = ?ctx.id, name = actor.name(), "Actor stopped");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Request-Reply Pattern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tokio::sync::oneshot;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Trait для повідомлень що очікують відповідь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trait Request: Send + 'static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Response: Send + 'static;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Wrapper для request-reply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Ask&lt;R: Request&gt;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request: 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reply: oneshot::Sender&lt;R::Response&gt;,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Extension trait для ActorRef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impl&lt;M: Send + 'static&gt; ActorRef&lt;M&gt;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Надіслати запит і отримати відповідь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ask&lt;R&gt;(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&amp;self,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request: 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timeout: Duration,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Result&lt;R::Response, ActorError&gt;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R: Request,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M: From&lt;Ask&lt;R&gt;&gt;,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msg = Ask { request, reply: tx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self.send(msg.into()).await?;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tokio::time::timeout(timeout, rx)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.map_err(|_| ActorError::Timeout)?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.map_err(|_| ActorError::ActorStopped)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Типізовані повідомлення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Приклад: повідомлення для Counter Actor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Запит на отримання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GetValue;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Request for GetValue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Response = i32;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Всі повідомлення Counter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CounterMessage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Increment,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Decrement,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Add(i32),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GetValue(Ask&lt;GetValue&gt;),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Конвертація для зручності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From&lt;Ask&lt;GetValue&gt;&gt; for CounterMessage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from(ask: Ask&lt;GetValue&gt;)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CounterMessage::GetValue(ask)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counter: ActorRef&lt;CounterMessage&gt; = spawn_actor(Counter::new());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counter.send(CounterMessage::Increment).await?;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counter.send(CounterMessage::Add(10)).await?;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 = counter.ask(GetValue, Duration::from_secs(5)).await?;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println!("Value: {}", value);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Приклад: Counter Actor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Counter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i32,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Counter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new(name: impl Into&lt;String&gt;)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Counter { value: 0, name: name.into()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#[async_trait]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Actor for Counter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Message = CounterMessage;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on_start(&amp;mut self, 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println!("[{}] Counter started with id {:?}", self.name, ctx.id);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handle(&amp;mut self, msg: CounterMessage, _ctx: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CounterMessage::Increment =&gt; self.value +=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CounterMessage::Decrement =&gt; self.value -=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CounterMessage::Add(n) =&gt; self.value += 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CounterMessage::GetValue(Ask { request: _, reply })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reply.send(self.value);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on_stop(&amp;mut self, _ctx: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println!("[{}] Counter stopped with value {}", self.name, self.value);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name(&amp;self) -&gt; &amp;str { &amp;self.name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Graceful Shutdown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tokio_util::sync::CancellationToken;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Система для координації shutdown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ActorSystem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shutdown_token: CancellationToken,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actors: Vec&lt;Box&lt;dyn ActorHandle&gt;&gt;,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ActorSystem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ActorSystem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shutdown_token: CancellationToken::new(),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actors: Vec::new(),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Запустити shutdown всієї системи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shutdown(&amp;self)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tracing::info!("Initiating system shutdown");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self.shutdown_token.cancel();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Чекаємо на завершення всіх акторів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tokio::time::sleep(Duration::from_secs(5)).await;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tracing::info!("System shutdown complete");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Чекати на Ctrl+C і shutdown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wait_for_shutdown(&amp;self)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tokio::signal::ctrl_c().await.ok();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self.shutdown().await;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system = ActorSystem::new();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spawn actors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system.wait_for_shutdown().await;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DroneMessage — повідомлення агента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tokio::sync::oneshot;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Позиція БПЛА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x: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y: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z: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Статус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DroneStatus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state: DroneState,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Команди для БПЛА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DroneMessage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Commands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MoveTo(Position),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StartPatrol { area: Area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ReturnToBase,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EmergencyStop,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Queries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GetStatus(Ask&lt;GetDroneStatus&gt;),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GetPosition(Ask&lt;GetPosition&gt;),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Internal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BatteryUpdate(u8),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Request types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GetDroneStatus;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Request for GetDroneStatus { type Response = DroneStatus;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GetPosition;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Request for GetPosition { type Response = Position; 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DroneState — машина станів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Стан БПЛА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DroneState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Ініціалізація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Initializing,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Очікування команд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Рух до точки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reason: MoveReason,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Патрулювання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Patrolling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area: Area,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waypoint_index: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Повернення на базу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Аварійна зупинка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Emergency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reason: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Завершення роботи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ShuttingDown,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MoveReason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Patrol,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Avoidance,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DroneActor — структура агента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Ідентифікація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DroneState,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Конфігурація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 DroneConfig,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Комунікація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coordinator: Option&lt;ActorRef&lt;CoordinatorMessage&gt;&gt;,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DroneConfig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speed: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scan_radius: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low_battery_threshold: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critical_battery_threshold: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tick_interval: Duration,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Default for DroneConfig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default()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speed: 10.0,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scan_radius: 50.0,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low_battery_threshold: 20,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critical_battery_threshold: 10,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tick_interval: Duration::from_millis(100),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DroneActor — реалізація Actor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config: DroneConfig,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base_position: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name: format!("Drone-{}", id.0),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 base_position,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state: DroneState::Initializing,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battery: 100,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base_position,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coordinator: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with_coordinator(mut self, coord: ActorRef&lt;CoordinatorMessage&gt;)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self.coordinator = Some(coord);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#[async_trait]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Actor for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Message = DroneMessage;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on_start(&amp;mut self, 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tracing::info!(drone_id = ?self.id, "Drone starting");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Запускаємо periodic tick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ctx.schedule_repeat(self.config.tick_interval, || DroneMessage::Tick);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self.state = DroneState::Idle;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self.report_status(ctx).await;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handle та on_stop далі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DroneActor — handle messages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#[async_trait]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Actor for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on_start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handle(&amp;mut self, msg: DroneMessage, 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DroneMessage::MoveTo(target)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DroneState::Moving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target,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reason: MoveReason::Command,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DroneMessage::StartPatrol { area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DroneState::Patrolling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area,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waypoint_index: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DroneMessage::ReturnToBase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DroneState::Returning { base: self.base_position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DroneMessage::EmergencyStop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DroneState::Emergency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reason: "Emergency stop commanded".to_string(),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DroneMessage::Shutdown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DroneState::ShuttingDown;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ctx.stop();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DroneMessage::GetStatus(Ask { reply, .. })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reply.send(self.get_status());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DroneMessage::Tick =&gt; self.on_tick(ctx).await,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DroneActor — tick logic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on_tick(&amp;mut self, 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Оновлення батареї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self.battery = self.battery.saturating_sub(1);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Перевірка критичного рівня батареї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self.battery &lt;= self.config.critical_battery_threshold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self.state = DroneState::Returning { base: self.base_position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Логіка в залежності від стану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&amp;self.state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DroneState::Moving { target, ..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self.move_towards(*target);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self.reached(*target)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self.state = DroneState::Idle;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DroneState::Patrolling { area, waypoint_index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waypoint = area.waypoint(*waypoint_index);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self.move_towards(waypoint);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self.reached(waypoint)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self.state = DroneState::Patrolling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area: area.clone(),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waypoint_index: (waypoint_index + 1) % area.waypoint_count(),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DroneState::Returning { base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self.move_towards(*base);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self.reached(*base)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self.battery = 100;  // Заряджаємось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self.state = DroneState::Idle;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self.report_status(ctx).await;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DroneActor — допоміжні методи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move_towards(&amp;mut self, target: Position)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dx = target.x - self.position.x;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dy = target.y - self.position.y;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dz = target.z - self.position.z;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distance = (dx*dx + dy*dy + dz*dz).sqrt();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distance &gt; self.config.speed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ratio = self.config.speed / distance;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self.position.x += dx * ratio;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self.position.y += dy * ratio;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self.position.z += dz * ratio;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self.position = target;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reached(&amp;self, target: Position)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dx = target.x - self.position.x;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dy = target.y - self.position.y;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dz = target.z - self.position.z;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(dx*dx + dy*dy + dz*dz).sqrt() &lt; 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get_status(&amp;self) -&gt; DroneStatus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DroneStatus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id: self.id,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 self.position,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battery: self.battery,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state: self.state.clone(),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report_status(&amp;self, ctx: &amp;ActorContext&lt;Self&gt;)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Some(coord) = &amp;self.coordinator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report = CoordinatorMessage::DroneReport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drone_id: self.id,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status: self.get_status(),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_ = coord.send(report).await;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DroneHandle — публічний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Зручний handle для роботи з DroneActor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DroneHandle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actor_ref: ActorRef&lt;DroneMessage&gt;,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spawn(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config: DroneConfig,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coordinator: Option&lt;ActorRef&lt;CoordinatorMessage&gt;&gt;,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actor = DroneActor::new(id, config, base);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Some(coord) =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actor = actor.with_coordinator(coord);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actor_ref = spawn_actor(actor);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DroneHandle { id, actor_ref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id(&amp;self) -&gt; DroneId { self.id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move_to(&amp;self, pos: Position)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self.actor_ref.send(DroneMessage::MoveTo(pos)).await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get_status(&amp;self) -&gt; Result&lt;DroneStatus,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self.actor_ref.ask(GetDroneStatus, Duration::from_secs(5)).await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shutdown(&amp;self)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self.actor_ref.send(DroneMessage::Shutdown).await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 Framework компоненти: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Actor trait — інтерфейс актора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ActorRef&lt;M&gt; — типізоване посилання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ActorContext — контекст виконання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spawn_actor() — створення актора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Patterns: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Request-Reply з Ask&lt;R&gt;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Scheduled messages (once, repeat)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Graceful shutdown з CancellationToken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DroneActor: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State machine (DroneState)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Tick-based update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Report to Coordinator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Typed handle 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Coordinator, Supervision, повна система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Actor Tokio Частина 1</dc:title>
  <dc:subject>PptxGenJS Presentation</dc:subject>
  <dc:creator>О.С. Бичков</dc:creator>
  <cp:lastModifiedBy>О.С. Бичков</cp:lastModifiedBy>
  <cp:revision>1</cp:revision>
  <dcterms:created xsi:type="dcterms:W3CDTF">2026-01-02T19:35:20Z</dcterms:created>
  <dcterms:modified xsi:type="dcterms:W3CDTF">2026-01-02T19:35:20Z</dcterms:modified>
</cp:coreProperties>
</file>