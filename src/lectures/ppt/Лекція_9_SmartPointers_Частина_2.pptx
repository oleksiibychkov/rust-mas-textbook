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9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Rc&lt;T&gt;, Weak&lt;T&gt;, RefCell&lt;T&gt;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Спільне володіння та interior mutability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Rc • Weak • RefCell • Cell • циклічні посилання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спільна карта, графи агентів, кеш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Shared ownership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 shared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Rc&lt;T&gt; — Reference Counting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Rc::clone vs .clone()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Rc::strong_count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Проблема циклів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Weak&lt;T&gt; — слабкі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Weak::upgrade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RefCell&lt;T&gt; — interior mutability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borrow() та borrow_mut()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Rc&lt;RefCell&lt;T&gt;&gt;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Cell&lt;T&gt; — для Copy типів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Спільна карта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Граф комунікації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Observer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Кеш з weak 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Порівняння smart pointers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кілька власників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Ownership каже: один власник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data;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data;  // ❌ Error: data moved!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іноді потрібно спільне володіння: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Граф — вузол має кілька батьків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Кеш — кілька компонентів читають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• Observer — кілька підписників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Приклад: граф агентів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 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├──── Shared Resource (карта, конфіг)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B 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Хто володіє Shared Resource?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A? B? Обидва? Ніхто?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Рішення: Rc&lt;T&gt; — лічильник посилань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Rc&lt;T&gt; — Reference Counting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 — спільне володіння через підрахунок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Rc::new(vec![1,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Rc::clone — створює новий Rc, збільшує лічильник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Rc::clone(&amp;data);  // count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Rc::clone(&amp;data);  // count =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Всі вказують на ті самі дані!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data);  // [1, 2, 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a);     // [1, 2, 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b);     // [1, 2, 3]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Дані звільняються коли count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drop(a);  // count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drop(b);  // count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виходить зі scope -&gt; count = 0 -&gt; дані звільнені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⚠️ Rc — тільки для однопотокового коду! Для потоків — Arc&lt;T&gt;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Rc::clone() vs .clone()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original = Rc::new(String::from("hello"));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Rc::clone — збільшує лічильник, НЕ копіює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reference = Rc::clone(&amp;original);  // O(1), cheap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.clone() на Rc — те саме!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reference2 = original.clone();  // Теж O(1)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Конвенція: використовуйте Rc::clone для ясності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good = Rc::clone(&amp;original);  // Явно: це Rc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confusing = original.clone(); // Можна сплутати з deep clone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Різниця з глибоким клонуванням: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Rc::new(vec![1,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rc_clone = Rc::clone(&amp;data);      // Той самий Vec!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deep_clone = (*data).clone();      // Новий Vec!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assert!(Rc::ptr_eq(&amp;data, &amp;rc_clone));   // true — той самий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deep_clone — інший Vec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Rc::strong_count — відстеження посилань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Rc::strong_count(&amp;data));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Rc::strong_count(&amp;data));  //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 = 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println!("count: {}", Rc::strong_count(&amp;data));  //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b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Rc::strong_count(&amp;data));  //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Rc::strong_count(&amp;data));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strong_count = 0 — дані звільняються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дебагу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debug_rc&lt;T&gt;(rc: &amp;Rc&lt;T&gt;, name: &amp;str)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println!("{}: {} references", name, Rc::strong_count(rc));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циклічні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Вузол, що посилається на інші вузли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next: Option&lt;Rc&lt;RefCell&lt;Node&gt;&gt;&gt;,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Rc::new(RefCell::new(Node { value: 1, next: None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Rc::new(RefCell::new(Node { value: 2, next: None 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Створюємо цикл: a -&gt; b -&gt;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a.borrow_mut().next = Some(Rc::clone(&amp;b));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b.borrow_mut().next = Some(Rc::clone(&amp;a));  // ЦИКЛ!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a: strong_count = 2 (змінна + b.next)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b: strong_count = 2 (змінна + a.next)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a і b виходять зі scope: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a: strong_count = 1 (все ще b.next)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b: strong_count = 1 (все ще a.next)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 ніколи не стане 0 — MEMORY LEAK!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Рішення: Weak&lt;T&gt; — слабкі посилання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Weak&lt;T&gt; — слабкі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std::rc::{Rc, Weak};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Weak не володіє даними, не збільшує strong_count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strong = 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weak: Weak&lt;i32&gt; = Rc::downgrade(&amp;strong);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println!("strong_count: {}", Rc::strong_count(&amp;strong));  //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println!("weak_count: {}", Rc::weak_count(&amp;strong));    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Weak::upgrade — спроба отримати 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weak.upgrade()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Some(rc) =&gt; println!("Value: {}", rc),  // Value: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println!("Data was dropped"),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strong dropped — weak.upgrade() поверне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drop(strong);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weak.upgrade()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Some(rc) =&gt; println!("Value: {}", rc),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println!("Data was dropped"),  // Цей варіант!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Weak вирішує циклічні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std::rc::{Rc, Weak};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Дерево: батько має strong ref на дітей, діти — weak ref на батька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parent: RefCell&lt;Weak&lt;Node&gt;&gt;,        // Weak — не створює цикл!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RefCell&lt;Vec&lt;Rc&lt;Node&gt;&gt;&gt;,   // Strong — володіємо дітьми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new(value: i32) -&gt; Rc&lt;Node&gt;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Rc::new(Node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parent: RefCell::new(Weak::new()),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children: RefCell::new(Vec::new()),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add_child(parent: &amp;Rc&lt;Node&gt;, child: Rc&lt;Node&gt;)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*child.parent.borrow_mut() = Rc::downgrade(parent);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parent.children.borrow_mut().push(child);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батько володіє дітьми, але діти не володіють батьком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батько dropped — діти теж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Weak посилання на батька стають invalid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RefCell&lt;T&gt; — Interior Mutability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Rc&lt;T&gt; дає тільки спільні (immutable) посилання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іноді потрібно змінювати дані, що мають кілька власників!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 — перевірка borrowing правил у runtime (замість compile-time)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borrow() — immutable borrow (runtime check)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borrow_mut() — mutable borrow (runtime check)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drop(r1);  // Звільняємо immutable borrow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r2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*r2 +=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r2);  // 15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Порушення правил = PANIC у runtime!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r3 = data.borrow();     // immutable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r4 = data.borrow_mut(); // ❌ panic! вже є immutable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RefCell: правила borrowing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Compile-time (звичайне)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&amp;x;      // immutable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&amp;x;      // ✓ багато immut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r3 = &amp;mut x;  // ❌ compile error!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Перевірка на компіляції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Runtime (RefCell)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RefCell::new(5);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x.borrow();     // immutable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x.borrow();     // ✓ багато immut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r3 = x.borrow_mut(); // ❌ panic!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Перевірка під час виконання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try_borrow() / try_borrow_mut() — без panic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data.try_borrow_mut()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Ok(mut r) =&gt; *r +=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Err(_) =&gt; println!("Already borrowed!"),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Rc&lt;RefCell&lt;T&gt;&gt; — спільне мутабельне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Rc&lt;RefCell&lt;T&gt;&gt; — множинне володіння + мутабельність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shared_data = Rc::new(RefCell::new(vec![1, 2, 3]));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owner1 = Rc::clone(&amp;shared_data);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owner2 = Rc::clone(&amp;shared_data);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owner1 змінює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owner1.borrow_mut().push(4);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owner2 бачить зміни!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owner2.borrow());  // [1, 2, 3, 4]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Обидва можуть читати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println!("owner1: {:?}", owner1.borrow());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println!("owner2: {:?}", owner2.borrow());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Типовий патерн у Rust для спільного мутабельного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SharedState&lt;T&gt; = Rc&lt;RefCell&lt;T&gt;&gt;;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⚠️ Rc&lt;RefCell&lt;T&gt;&gt; — тільки однопоточний! Для потоків: Arc&lt;Mutex&lt;T&gt;&gt;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Cell&lt;T&gt; — для Copy типів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Cell&lt;T&gt; — interior mutability для Copy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Простіше за RefCell, без borrow tracking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get() — копіює значення (T: Copy)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data.get();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set() — замінює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data.set(10);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data.get());  //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лічильників, прапорців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Cell&lt;u32&gt;,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increment(&amp;self) {  // &amp;self, не &amp;mut self!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self.count.set(self.count.get() + 1);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Counter { count: Cell::new(0)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counter.count.get());  //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 vs RefCell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Cell&lt;T&gt;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RefCell&lt;T&gt;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Вимога до 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T: Copy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Будь-який 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Доступ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get()/set() — копіювання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borrow()/borrow_mut()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Runtime cost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Мінімальний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Borrow tracking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Panic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Ніколи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При порушенні правил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Приклад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Cell&lt;i32&gt;, Cell&lt;bool&gt;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RefCell&lt;Vec&lt;T&gt;&gt;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що використовувати: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 — для простих Copy типів (i32, bool, f64)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RefCell — для складних типів (String, Vec, structs)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debug_mode: Cell&lt;bool&gt;,           // Простий прапорець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log_buffer: RefCell&lt;Vec&lt;String&gt;&gt;, // Складний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Спільна карта світу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SharedMap = Rc&lt;RefCell&lt;HashMap&lt;Position, CellType&gt;&gt;&gt;;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cells: SharedMap,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cells: Rc::new(RefCell::new(HashMap::new())),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share(&amp;self) -&gt; SharedMap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Rc::clone(&amp;self.cells)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агентів мають доступ до карти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WorldMap::new();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drone1_map = map.share();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drone2_map = map.share();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Drone1 оновлює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drone1_map.borrow_mut().insert(Position::new(10, 20), CellType::Obstacle);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Drone2 бачить зміни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Some(cell) = drone2_map.borrow().get(&amp;Position::new(10, 20))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println!("Cell type: {:?}", cell);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Граф комунікації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std::rc::{Rc, Weak};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Сусіди — Weak щоб уникнути циклів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neighbors: RefCell&lt;Vec&lt;Weak&lt;Agent&gt;&gt;&gt;,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u32, name: &amp;str) -&gt; Rc&lt;Agent&gt;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Rc::new(Agent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name.to_string(),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neighbors: RefCell::new(Vec::new()),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connect(a: &amp;Rc&lt;Agent&gt;, b: &amp;Rc&lt;Agent&gt;)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a.neighbors.borrow_mut().push(Rc::downgrade(b));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b.neighbors.borrow_mut().push(Rc::downgrade(a));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broadcast(&amp;self, message: &amp;str)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weak_neighbor in self.neighbors.borrow().iter()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Some(neighbor) = weak_neighbor.upgrade()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println!("{} -&gt; {}: {}", self.name, neighbor.name, 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Observer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std::rc::{Rc, Weak};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Observer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on_event(&amp;self, event: &amp;Event);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Weak — підписники можуть бути видалені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observers: RefCell&lt;Vec&lt;Weak&lt;dyn Observer&gt;&gt;&gt;,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Rc::new(EventBus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observers: RefCell::new(Vec::new()),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subscribe(&amp;self, observer: &amp;Rc&lt;dyn Observer&gt;)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self.observers.borrow_mut().push(Rc::downgrade(observer));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notify(&amp;self, event: &amp;Event)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Очищуємо мертві посилання і нотифікуємо живі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self.observers.borrow_mut().retain(|weak|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Some(observer) = weak.upgrade()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observer.on_event(event);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true  // Зберігаємо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false // Видаляємо мертве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Кеш з Weak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std::rc::{Rc, Weak};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Кеш, що не запобігає очищенню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WeakCache&lt;K, V&gt;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cache: RefCell&lt;HashMap&lt;K, Weak&lt;V&gt;&gt;&gt;,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impl&lt;K: Eq + Hash, V&gt; WeakCache&lt;K, V&gt;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WeakCache { cache: RefCell::new(HashMap::new())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insert(&amp;self, key: K, value: &amp;Rc&lt;V&gt;)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self.cache.borrow_mut().insert(key, Rc::downgrade(value));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key: &amp;K) -&gt; Option&lt;Rc&lt;V&gt;&gt;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self.cache.borrow().get(key)?.upgrade()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Очистити недійсні записи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cleanup(&amp;self)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self.cache.borrow_mut().retain(|_, weak| weak.strong_count() &gt;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Кешуємо розраховані маршрути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route_cache: WeakCache&lt;(Position, Position), Route&gt; = WeakCache::new();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Спільна конфігурація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max_speed: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communication_range: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formation: FormationType,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SharedConfig = Rc&lt;RefCell&lt;SwarmConfig&gt;&gt;;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SharedConfig,  // Спільна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u32, config: SharedConfig)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 { id, config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get_max_speed(&amp;self)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self.config.borrow().max_speed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Командир може змінити конфігурацію для всіх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update_formation(config: &amp;SharedConfig, formation: FormationType)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config.borrow_mut().formation = formation;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Всі дрони з цією конфігурацією бачать зміни!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OnceCell та LazyCell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std::cell::OnceCell;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OnceCell — ініціалізація один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OnceCell&lt;String&gt;,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 { data: OnceCell::new()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get_or_init(&amp;self) -&gt; &amp;String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self.data.get_or_init(||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println!("Initializing...");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expensive_computation()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Config::new();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config.get_or_init());  // Initializing...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config.get_or_init());  // result (без Initializing)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LazyCell (Rust 1.80+) — lazy initialization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std::cell::LazyCell;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lazy: LazyCell&lt;String&gt; = LazyCell::new(||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println!("Computing...");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"result".to_string()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Обчислюється при першому доступі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всіх Smart Pointers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Heap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Shared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Thread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Коли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Box&lt;T&gt;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Рекурсія, dyn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Rc&lt;T&gt;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Shared read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Rc&lt;RefCell&lt;T&gt;&gt;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✓ⁱ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Shared mut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Arc&lt;T&gt;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Thread shared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Arc&lt;Mutex&lt;T&gt;&gt;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✓ˡ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Thread mut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✓ⁱ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Copy interior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RefCell&lt;T&gt;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✓ⁱ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Any interior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718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якщо T: Send, ⁱ interior mutability, ˡ lock-based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Rc у багатопотоковому коді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rc = Rc::new(5);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rc);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 // Rc: !Send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Подвійний borrow_mut()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cell.borrow_mut();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cell.borrow_mut();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panic at runtime!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Цикли без Weak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a.next = Rc::clone(&amp;b);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b.next = Rc::clone(&amp;a);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Memory leak!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Використовуйте Weak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a.next = Rc::clone(&amp;b);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b.parent = Rc::downgrade(&amp;a);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No leak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Починайте з ownership — Box тільки коли потрібно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Rc тільки для спільного володіння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Weak для "батьківських" посилань у деревах/графах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RefCell — останній resort для interior mutability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try_borrow() для безпечного коду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Rc без потреби —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про Weak для циклічних структур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Rc + RefCell у багатопотоковому — Arc + Mutex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Shared map: Rc&lt;RefCell&lt;HashMap&lt;...&gt;&gt;&gt;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 graph: Rc&lt;Agent&gt; з Weak для сусідів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Observer: Weak&lt;dyn Observer&gt;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Config: Rc&lt;RefCell&lt;Config&gt;&gt;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Box&lt;T&gt;: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Heap allocation, єдиний власник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Рекурсивні типи, dyn Trait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Reference counting, спільне володіння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Тільки immutable, single-thread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Weak&lt;T&gt;: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Слабкі посилання, уникнення циклів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upgrade() → Option&lt;Rc&lt;T&gt;&gt;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 / Cell&lt;T&gt;: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Interior mutability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Runtime borrow checking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Rc&lt;RefCell&lt;T&gt;&gt;: спільне + мутабельне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Arc, Mutex, багатопотоковість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Linked List: Реалізуйте зв'язаний список з Box&lt;Node&gt;.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Методи: push_front, pop_front, len, iter.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Binary Tree: Створіть бінарне дерево пошуку.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Методи: insert, contains, height.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Shared Counter: Rc&lt;RefCell&lt;u32&gt;&gt; з кількома власниками.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Демонстрація спільного стану.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МАС Graph: Граф агентів: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Rc&lt;Agent&gt; для вузлів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Weak для сусідів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Методи: connect, broadcast, find_path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Observer: Реалізуйте EventBus з Weak&lt;dyn Observer&gt;.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Автоматичне очищення видалених підписників.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Box • Rc • Weak • RefCell • Cell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Pointers Частина 2</dc:title>
  <dc:subject>PptxGenJS Presentation</dc:subject>
  <dc:creator>О.С. Бичков</dc:creator>
  <cp:lastModifiedBy>О.С. Бичков</cp:lastModifiedBy>
  <cp:revision>1</cp:revision>
  <dcterms:created xsi:type="dcterms:W3CDTF">2026-01-02T17:53:14Z</dcterms:created>
  <dcterms:modified xsi:type="dcterms:W3CDTF">2026-01-02T17:53:14Z</dcterms:modified>
</cp:coreProperties>
</file>