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E422B"/>
                </a:solidFill>
              </a:rPr>
              <a:t>Enum та Pattern Matching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</a:rPr>
              <a:t>Алгебраїчні типи даних у Rust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match • if let • Option&lt;T&gt; • Result&lt;T, E&gt; • Машина станів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Лекція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Бичков Олексій Сергійович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Кафедра теоретичної кібернетики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Навіщо потрібні Enum?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Уявіть: ви моделюєте стан дрона. Він може бути: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На землі (очікування)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У польоті (рух до цілі)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На зарядці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В аварійному режимі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Як це представити в коді?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8229600" cy="1554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402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Поганий спосіб — булеві прапорці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is_idle: bool,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is_flying: bool,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is_charging: bool,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is_emergency: bool,  // Що якщо кілька true одночасно?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Ще гірше — "магічні числа"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i32,  // 0=idle, 1=flying, 2=charging... хто пам'ятає?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Рішення — Enum!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737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DroneState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Idle,           // На землі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Flying,         // У польоті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Charging,       // На зарядці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Emergency,      // Аварія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DroneState,  // Тільки ОДИН стан можливий!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974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Переваги enum: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Тільки один варіант активний — неможливо мати is_flying І is_charging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Компілятор перевіряє, що обробили ВСІ варіанти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Код самодокументується — DroneState::Flying зрозуміліше ніж state ==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Кожен варіант може містити різні дані (побачимо далі)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Зміст лекції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1: Основи Enum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Оголошення, варіанти, створення значень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2: Enum з даними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Варіанти з різними типами даних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3: Pattern Matching (match)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Синтаксис, exhaustiveness, патерни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4: if let та while let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Спрощені конструкції для одного варіанту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5: Option&lt;T&gt;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Безпечна обробка відсутніх значень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6: Result&lt;T, E&gt;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Обробка помилок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7: Практика — Машина станів БПЛА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 Повна реалізація з переходами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Цілі лекції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</a:rPr>
              <a:t>Після цієї лекції ви зможете: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Створювати власні enum типи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Додавати дані до варіантів enum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Використовувати match для обробки всіх варіантів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Застосовувати if let для спрощення коду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Працювати з Option&lt;T&gt; для nullable значень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Обробляти помилки через Result&lt;T, E&gt;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Моделювати машину станів агента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Основи Enum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Перелічувані типи у Rust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таке Enum?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Enum (enumeration, перелік) — тип даних, що може мати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одне значення з визначеного набору варіантів.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Англійською: "one of" — один з переліку.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1554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Оголошення enum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Direction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North,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South,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East,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West,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Direction може бути ТІЛЬКИ одним з чотирьох варіантів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Неможливо створити Direction, що не North/South/East/West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У теорії типів це називається Sum Type або Tagged Union.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В Rust enum — це Algebraic Data Type (ADT).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Enum в інших мовах vs Rust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645920"/>
          </a:xfrm>
          <a:prstGeom prst="rect">
            <a:avLst/>
          </a:prstGeom>
          <a:solidFill>
            <a:srgbClr val="264F7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 / C++ / Java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Color { RED, GREEN, BLUE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Це просто числа: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RED = 0, GREEN = 1, BLUE = 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Можна присвоїти будь-яке число: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c = (Color)42; // Валідно!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Немає даних у варіантах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Rust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Color { Red, Green, Blue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Тільки визначені варіанти!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 = Color::Red;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c = Color(42); // ❌ Помилка!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Кожен варіант може мати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власні дані!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517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</a:rPr>
              <a:t>Ключові відмінності Rust enum: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Типобезпечність — тільки визначені варіанти, не довільні числа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Варіанти з даними — кожен варіант може містити різні типи даних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Exhaustive matching — компілятор перевіряє обробку всіх варіантів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Pattern matching — потужний синтаксис для роботи з варіантами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Оголошення Enum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1945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Базовий enum — варіанти без даних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TrafficLight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Yellow,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Green,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Конвенція імен: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Назва enum: PascalCase (TrafficLight)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Назви варіантів: PascalCase (Red, Yellow, Green)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Кожен варіант — це конструктор типу TrafficLight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TrafficLight::Red    — значення типу TrafficLight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TrafficLight::Yellow — значення типу TrafficLight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TrafficLight::Green  — значення типу TrafficLight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Зверніть увагу: варіанти НЕ є окремими типами — всі вони TrafficLight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Створення значень Enum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TrafficLight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Yellow,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Green,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Створення через повний шлях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light1 = TrafficLight::Red;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light2 = TrafficLight::Green;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Можна використати use для скорочення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 TrafficLight::{Red, Yellow, Green};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light3 = Yellow;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Або use для всіх варіантів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 TrafficLight::*;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light4 = Green;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:: — оператор шляху, як / у файловій системі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Enum як поле структури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DroneState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Flying,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Charging,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Emergency,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DroneState,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drone = Drone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id: 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state: DroneState::Idle,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battery: 100,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println!("Дрон {} у стані {:?}", drone.id, drone.state);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Для виводу enum через {:?} потрібен #[derive(Debug)]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Атрибути для Enum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DroneState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Flying,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Charging,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Emergency,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state1 = DroneState::Flying;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state2 = state1;  // Copy — копіюється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state1);  // Debug — можна виводити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state1 == DroneState::Flying {  // PartialEq — можна порівнювати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println!("Летимо!");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state3 = state1.clone();  // Clone — можна клонувати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Enum без даних у варіантах може мати Copy (як примітивні типи)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Enum з даними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Кожен варіант може містити різні дані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Варіанти з даними — головна сила Rust Enum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На відміну від C/Java, кожен варіант може містити власні дані: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Message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Quit,                        // Без даних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{ x: i32, y: i32 },     // Struct-like (іменовані поля)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Write(String),               // Tuple-like (один елемент)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ChangeColor(u8, u8, u8),     // Tuple-like (кілька елементів)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m1 = Message::Quit;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m2 = Message::Move { x: 10, y: 20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m3 = Message::Write(String::from("Hello"));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m4 = Message::ChangeColor(255, 128, 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Це як мати 4 різних структури, об'єднаних в один тип!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Три види варіантів Enum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1. Unit-like (без даних)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Quit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Немає асоційованих даних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10058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State { Idle 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</a:rPr>
              <a:t>2. Tuple-like (позиційні дані)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Write(String)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Доступ через .0, .1, ...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19202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Msg { Data(i32, String) 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86C0"/>
                </a:solidFill>
              </a:rPr>
              <a:t>3. Struct-like (іменовані поля)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44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Move { x: i32, y: i32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Доступ через .x, .y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834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Cmd { Go { x: f64, y: f64 } 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Можна комбінувати всі три види в одному enum!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Приклад: команди для агента БПЛА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DroneCommand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Unit-like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TakeOff,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EmergencyStop,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Tuple-like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SetAltitude(f64),              // висота в метрах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SetSpeed(f64),                 // швидкість в м/с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Struct-like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MoveTo { x: f64, y: f64, z: f64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Patrol {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center_x: f64,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center_y: f64,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radius: f64,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laps: u32,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Один тип DroneCommand описує ВСІ можливі команди з їх параметрами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Стан агента з контекстними даними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Position { x: f64, y: f64, z: f64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DroneState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TakingOff { target_altitude: f64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Flying { destination: Position, speed: f64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Hovering { position: Position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Landing,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Charging { current_percent: u8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Emergency { reason: String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Кожен стан містить тільки ті дані, що потрібні саме для нього!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Розмір Enum у пам'яті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Enum займає пам'ять = tag + найбільший варіант: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Example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Small(u8),           // 1 байт даних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Medium(u32),         // 4 байти даних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Large([u8; 100]),    // 100 байт даних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Розмір Example = 1 (tag) + 100 (Large) + вирівнювання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Навіть якщо зберігаємо Small — все одно 100+ байт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┌─────────┬────────────────────────────────┐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tag    │           payload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(який   │  (місце для найбільшого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варіант)│   варіанту) 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└─────────┴────────────────────────────────┘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Tag (дискримінант) — число, що вказує активний варіант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Якщо варіанти сильно різняться розміром — розгляньте Box&lt;T&gt; для великих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Методи для Enum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is_active(&amp;self) -&gt; bool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self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DroneState::Flying { .. } =&gt; 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DroneState::TakingOff { .. } =&gt; 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DroneState::Hovering { .. } =&gt; 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=&gt; false,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description(&amp;self) -&gt; &amp;str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self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DroneState::Idle =&gt; "Очікування",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DroneState::Flying { .. } =&gt; "У польоті",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DroneState::Charging { .. } =&gt; "Заряджається",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DroneState::Emergency { .. } =&gt; "АВАРІЯ!",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=&gt; "Інший стан",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Enum може мати impl блок з методами, як і struct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Pattern Matching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Потужний інструмент для роботи з Enum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таке Pattern Matching?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Pattern Matching — це механізм порівняння значення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з набором шаблонів (patterns) та виконання коду для того, що підійшов.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Це як switch у C/Java, але НАБАГАТО потужніше: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Перевіряє ВСІ варіанти (exhaustive)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Може деструктуризувати дані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Може накладати умови (guards)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number = 7;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number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 =&gt; println!("Один"),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 | 3 | 4 =&gt; println!("Два, три або чотири"),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5..=10 =&gt; println!("Від п'яти до десяти"),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println!("Щось інше"),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Синтаксис match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011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VALUE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PATTERN1 =&gt; EXPRESSION1,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PATTERN2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Блок коду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EXPRESSION2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PATTERN3 =&gt; EXPRESSION3,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match — це ВИРАЗ, він повертає значення!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match number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 =&gt; "один",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 =&gt; "два",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"інше",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Кожна гілка PATTERN =&gt; EXPRESSION називається arm (рука, гілка)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</a:rPr>
              <a:t>Всі гілки повинні повертати значення одного типу!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match для Enum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1945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TrafficLight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Red, Yellow, Green,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action(light: TrafficLight) -&gt; &amp;'static str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light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TrafficLight::Red =&gt; "Стоп!",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TrafficLight::Yellow =&gt; "Готуйся...",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TrafficLight::Green =&gt; "Їдь!",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light = TrafficLight::Red;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action(light));  // "Стоп!"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Компілятор перевіряє, що оброблені ВСІ варіанти enum!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Exhaustiveness — обов'язкова повнота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Якщо забути варіант — код НЕ скомпілюється: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action(light: TrafficLight) -&gt; &amp;'static str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light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TrafficLight::Red =&gt; "Стоп!",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TrafficLight::Yellow =&gt; "Готуйся...",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Забули Green!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8229600" cy="8229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error[E0004]: non-exhaustive patterns: `Green` not covered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--&gt; src/main.rs:5:11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|     match light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^^^^^ pattern `Green` not covered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9955"/>
                </a:solidFill>
              </a:rPr>
              <a:t>Це ВЕЛИЧЕЗНА перевага! Якщо додати новий варіант — компілятор покаже всі місця, де його треба обробити.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Wildcard _ — решта варіантів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_ (underscore) — патерн, що підходить під будь-що: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011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describe_number(n: i32) -&gt; &amp;'static str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 =&gt; "один",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2 =&gt; "два",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3 =&gt; "три",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 =&gt; "багато",  // Все інше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enum теж працює: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is_red(light: TrafficLight) -&gt; bool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light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TrafficLight::Red =&gt; 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 =&gt; false,  // Yellow і Green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3101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⚠️ Обережно: _ ховає нові варіанти! Краще явно перелічити, коли можливо.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Деструктуризація — витягування даних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6517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Message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Quit,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{ x: i32, y: i32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Write(String),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ChangeColor(u8, u8, u8),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process(msg: Message)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msg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Message::Quit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println!("Вихід");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Message::Move { x, y }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println!("Рух на ({}, {})", x, 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Message::Write(text)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println!("Повідомлення: {}", text);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Message::ChangeColor(r, g, b)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println!("Колір: RGB({}, {}, {})", r, g, b);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Види патернів у match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6517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value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Конкретне значення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42 =&gt; println!("сорок два"),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Діапазон (тільки для чисел і char)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1..=10 =&gt; println!("від 1 до 10"),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'a'..='z' =&gt; println!("мала літера"),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Альтернативи (або)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 | 2 | 3 =&gt; println!("1, 2 або 3"),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Ігнорування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println!("щось інше"),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Прив'язка до змінної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=&gt; println!("число {}", n),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Деструктуризація кортежу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(x, y) =&gt; println!("{}, {}", x, y),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Деструктуризація структури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Point { x, y } =&gt; println!("{}, {}", x, y),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Ігнорування частин даних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DroneState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Flying { destination: Position, speed: f64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Charging { current_percent: u8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Emergency { reason: String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process(state: DroneState)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Ігноруємо speed, потрібен тільки destination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DroneState::Flying { destination, .. }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println!("Летимо до {:?}", destination);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Ігноруємо всі поля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DroneState::Charging { .. }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println!("На зарядці");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Для tuple-like можна теж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SomeVariant(_, second, _) =&gt;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 =&gt; {}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Match Guards — додаткові умови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if після патерну додає умову: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describe_battery(percent: u8) -&gt; &amp;'static str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percent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100 =&gt; "Повний заряд",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if p &gt;= 75 =&gt; "Високий",      // guard: p &gt;= 75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if p &gt;= 50 =&gt; "Середній",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if p &gt;= 25 =&gt; "Низький",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if p &gt; 0 =&gt; "Критичний!",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 =&gt; "Розряджений",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 =&gt; unreachable!(),  // u8 не може бути &gt; 100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 enum: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DroneState::Flying { speed, .. } if speed &gt; 50.0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println!("Швидкий політ!");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DroneState::Flying { .. }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println!("Звичайний політ");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@ — прив'язка під час перевірки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@ дозволяє прив'язати значення до змінної І перевірити патерн: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categorize_age(age: u8) -&gt; &amp;'static str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age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 =&gt; "новонароджений",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baby @ 1..=2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println!("Малюк {} років", baby);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"малюк"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child @ 3..=12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println!("Дитина {} років", child);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"дитина"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teen @ 13..=19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println!("Підліток {} років", teen);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"підліток"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adult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println!("Дорослий {} років", adult);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"дорослий"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if let та while let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Спрощений синтаксис для одного патерну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if let — коли цікавить один варіант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Часто нас цікавить тільки один варіант enum: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7043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match (громіздко):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DroneState::Flying {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destination, ..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println!("{:?}", destination);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{}  // Нічого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931920" cy="14630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17043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if let (компактно):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DroneState::Flying { 
    destination, .. 
} = state {
    println!("{:?}", destination);
}
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if let PATTERN = VALUE { ... } — "якщо VALUE відповідає PATTERN"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let з else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DroneState::Emergency { reason } = 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println!("АВАРІЯ: {}", reason);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println!("Все нормально");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while let — цикл поки патерн збігається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1031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stack = vec![1, 2, 3, 4, 5];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pop() повертає Option&lt;T&gt;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Виконуємо поки є Some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Some(top) = stack.pop()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println!("Вершина: {}", top);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Виведе: 5, 4, 3, 2, 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Еквівалент з loop: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stack.pop()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Some(top) =&gt; println!("Вершина: {}", top),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None =&gt; break,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while let зручний для ітерації по Option/Result результатам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let else — деструктуризація або вихід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Новий синтаксис (Rust 1.65+) для раннього виходу: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process_flying_drone(state: DroneState)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Якщо не Flying — виходимо з функції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DroneState::Flying { destination, speed } = state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println!("Дрон не летить");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Тут destination і speed доступні!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println!("Летимо до {:?} зі швидкістю {}", destination, speed);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Еквівалент з if let: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process_flying_drone_old(state: DroneState)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let DroneState::Flying { destination, speed } = 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println!("Летимо до {:?} зі швидкістю {}", destination, speed);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println!("Дрон не летить");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Option&lt;T&gt;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Безпечна обробка відсутніх значень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Option&lt;T&gt; — enum зі стандартної бібліотеки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Option — це звичайний enum, визначений у std: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Визначення в стандартній бібліотеці: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Option&lt;T&gt;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Some(T),  // Є значення типу 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None,     // Значення відсутнє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Приклади: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some_number: Option&lt;i32&gt; = Some(42);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no_number: Option&lt;i32&gt; = None;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Option замінює null/nil/NULL з інших мов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Але ЗМУШУЄ обробити випадок None!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Option&lt;T&gt; — це "контейнер", що може містити T або бути порожнім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</a:rPr>
              <a:t>Some і None доступні без Option:: — вони в prelude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Чому Option краще за null?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645920"/>
          </a:xfrm>
          <a:prstGeom prst="rect">
            <a:avLst/>
          </a:prstGeom>
          <a:solidFill>
            <a:srgbClr val="264F7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З null (Java/C#/...)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name = getUser();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name може бути null!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Компілятор НЕ попередить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len = name.length();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💥 NullPointerException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якщо name == null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Треба пам'ятати перевіряти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(name != null) { ... 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З Option (Rust)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115568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name: Option&lt;String&gt; = get_user();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 ЯВНО каже: може бути None!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len = name.len(); // 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Компілятор НЕ дасть!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ЗМУШУЄ обробити: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Some(n) = name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n.len());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Option робить відсутність значення ВИДИМОЮ в типі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Методи Option&lt;T&gt;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x: Option&lt;i32&gt; = Some(42);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y: Option&lt;i32&gt; = None;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Перевірка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x.is_some()              //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x.is_none()              // false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Отримання значення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x.unwrap()               // 42 — ПАНІКА якщо None!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x.expect("Помилка!")     // 42 — ПАНІКА з повідомленням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Безпечні альтернативи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x.unwrap_or(0)           // 42 (є значення)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y.unwrap_or(0)           // 0  (замовчування)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x.unwrap_or_else(|| compute())  // ліниве обчислення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Трансформації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x.map(|n| n * 2)         // Some(84)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y.map(|n| n * 2)         // None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Ланцюжки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x.and_then(|n| if n &gt; 0 { Some(n) } else { None })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Option з match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find_drone(id: u32, drones: &amp;[Drone]) -&gt; Option&lt;&amp;Drone&gt;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drone in drones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drone.id == id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Some(drone);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drones = vec![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 { id: 1, battery: 80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 { id: 2, battery: 45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find_drone(1, &amp;drones)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Some(drone)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println!("Знайдено! Батарея: {}%", drone.battery);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None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println!("Дрон не знайдено");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Оператор ? для Option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? повертає None з функції, якщо значення None: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1031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get_drone_battery(drones: &amp;[Drone], id: u32) -&gt; Option&lt;u8&gt;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Довгий спосіб: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match find_drone(id, drones)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   Some(drone) =&gt; Some(drone.battery),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   None =&gt; None,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Коротко з ?: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drone = find_drone(id, drones)?;  // Якщо None — return None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Some(drone.battery)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Ще коротше: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get_drone_battery_short(drones: &amp;[Drone], id: u32) -&gt; Option&lt;u8&gt;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Some(find_drone(id, drones)?.battery)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? працює тільки у функціях, що повертають Option (або Result)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Result&lt;T, E&gt;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Обробка помилок через типи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Result&lt;T, E&gt; — успіх або помилка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Result — enum для операцій, що можуть провалитись: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Визначення в стандартній бібліотеці: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Result&lt;T, E&gt;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Ok(T),   // Успіх — містить результат типу 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Err(E),  // Помилка — містить помилку типу 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Приклади: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success: Result&lt;i32, String&gt; = Ok(42);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failure: Result&lt;i32, String&gt; = Err(String::from("Щось пішло не так"));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 — тип успішного результату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 — тип помилки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Result&lt;T, E&gt; — "або T, або E" — ніколи обидва!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Ok і Err доступні без Result:: — вони в prelude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Result vs Exceptions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645920"/>
          </a:xfrm>
          <a:prstGeom prst="rect">
            <a:avLst/>
          </a:prstGeom>
          <a:solidFill>
            <a:srgbClr val="264F7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Exceptions (Java/Python)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result = divide(a, b);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use(result);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(Exception 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handle(e);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Проблеми: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Не видно з сигнатури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Може "пролетіти" вгору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Runtime overhead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Result (Rust)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115568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divide(a, b)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Ok(result) =&gt; use(result),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Err(e) =&gt; handle(e),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Переваги: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Видно в типі функції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ЗМУШУЄ обробити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Zero-cost abstractions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Композиція через ?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В Rust помилки — це ЗНАЧЕННЯ, не "магія", що летить по стеку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Приклад: операція, що може провалитись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6517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DroneError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LowBattery,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OutOfRange,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SystemFailure(String),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take_off(drone: &amp;mut Drone) -&gt; Result&lt;(), DroneError&gt;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drone.battery &lt; 20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Err(DroneError::LowBattery);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drone.state = DroneState::Flying;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drone.battery -= 5;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  // Успіх, нічого не повертаємо (unit)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take_off(&amp;mut drone)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Ok(()) =&gt; println!("Злетіли!"),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Err(DroneError::LowBattery) =&gt; println!("Зарядіть батарею!"),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Err(e) =&gt; println!("Помилка: {:?}", e),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Оператор ? для Result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? пробрасує помилку вгору, якщо Err: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1031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execute_mission(drone: &amp;mut Drone) -&gt; Result&lt;(), DroneError&gt;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Без ?: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match take_off(drone)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   Ok(()) =&gt; {},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   Err(e) =&gt; return Err(e),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 ? — коротко і читабельно: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take_off(drone)?;           // Якщо Err — повертає Err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fly_to(drone, target)?;     // Якщо Err — повертає Err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scan_area(drone)?;          // Якщо Err — повертає Err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land(drone)?;               // Якщо Err — повертає Err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  // Все успішно!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? — синтаксичний цукор для "якщо помилка — поверни її"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Методи Result&lt;T, E&gt;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6517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ok: Result&lt;i32, &amp;str&gt; = Ok(42);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err: Result&lt;i32, &amp;str&gt; = Err("помилка");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Перевірка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ok.is_ok()               //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ok.is_err()              // false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Отримання значення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ok.unwrap()              // 42 — ПАНІКА якщо Err!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ok.expect("Має бути!")   // 42 — ПАНІКА з повідомленням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Безпечні альтернативи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ok.unwrap_or(0)          // 42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err.unwrap_or(0)         // 0 (замовчування)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Трансформації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ok.map(|n| n * 2)        // Ok(84)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err.map(|n| n * 2)       // Err("помилка")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ok.map_err(|e| format!("Error: {}", e))  // трансформує помилку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Конвертація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ok.ok()                  // Some(42) — Result → Option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Option vs Result — коли що використовувати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554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Option&lt;T&gt;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Є значення або немає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Причина відсутності не важлива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Приклади: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Пошук елемента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Перший/останній елемент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Парсинг необов'язкового поля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1554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Result&lt;T, E&gt;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Успіх або помилка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Причина помилки важлива!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Приклади: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Читання файлу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Мережевий запит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Валідація даних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Правило: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Якщо "не знайдено" — це нормально → Option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Якщо "не знайдено" — це помилка → Result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Якщо потрібно знати ЧОМУ не вдалось → Result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Практика: Машина станів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Повна реалізація для агента БПЛА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таке машина станів?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Finite State Machine (FSM) — модель поведінки системи, де: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Система завжди в одному з КІНЦЕВОЇ кількості станів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Переходи між станами відбуваються за правилами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Переходи можуть залежати від умов та подій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8229600" cy="1645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Приклад: Дрон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TakeOff        Land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[Idle] ───────► [Flying] ───────► [Idle]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Charge          │ LowBattery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▼                 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[Charging]        [Emergency]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Full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└───────► [Idle]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Enum ідеально підходить для моделювання станів!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Крок 1: Визначаємо стани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Position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x: f64,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y: f64,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z: f64,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DroneState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Очікування на землі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Зліт до заданої висоти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TakingOff { target_altitude: f64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Політ до точки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Flying { destination: Position, speed: f64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Зависання на місці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Hovering { position: Position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Посадка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Landing,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Зарядка батареї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Charging { target_percent: u8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Аварійний режим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Emergency { reason: String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Крок 2: Визначаємо команди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1031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DroneCommand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TakeOff { altitude: f64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FlyTo { destination: Position, speed: f64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Hover,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Charge,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EmergencyStop { reason: String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CommandResult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Success,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InvalidTransition { from: DroneState, command: DroneCommand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LowBattery { current: u8, required: u8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SystemError(String),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Команди — це те, що НАДСИЛАЄТЬСЯ дрону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Стани — це те, в чому дрон ПЕРЕБУВАЄ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Крок 3: Структура дрона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DroneState,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new(id: u32) -&gt; Self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state: DroneState::Idle,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battery: 100,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 Position { x: 0.0, y: 0.0, z: 0.0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state(&amp;self) -&gt; &amp;DroneState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&amp;self.state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battery(&amp;self) -&gt; u8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self.battery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Крок 4: Логіка переходів станів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execute(&amp;mut self, cmd: DroneCommand) -&gt; CommandResult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(&amp;self.state, cmd)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З Idle можна злетіти або заряджатись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(DroneState::Idle, DroneCommand::TakeOff { altitude })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self.battery &lt; 20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return CommandResult::LowBattery {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current: self.battery, required: 20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DroneState::TakingOff { target_altitude: altitude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self.battery -= 5;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CommandResult::Success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(DroneState::Idle, DroneCommand::Charge)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DroneState::Charging { target_percent: 100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CommandResult::Success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Продовження на наступному слайді...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Логіка переходів (продовження)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З Flying можна зависнути, летіти далі, або сісти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(DroneState::Flying { .. }, DroneCommand::Hover)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DroneState::Hovering {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position: self.position.clone()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CommandResult::Success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(DroneState::Flying { .. }, DroneCommand::Land)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DroneState::Landing;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CommandResult::Success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Аварійна зупинка — з БУДЬ-ЯКОГО стану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(_, DroneCommand::EmergencyStop { reason })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DroneState::Emergency { reason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CommandResult::Success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Неможливий перехід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(state, cmd) =&gt; CommandResult::InvalidTransition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from: state.clone(),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command: cmd,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Крок 5: Використання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6517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drone = Drone::new(1);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println!("Початок: {:?}", drone.state());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Спроба злетіти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drone.execute(DroneCommand::TakeOff { altitude: 50.0 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CommandResult::Success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println!("Злетіли! Стан: {:?}", drone.state());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CommandResult::LowBattery { current, required }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println!("Мало батареї: {}% &lt; {}%", current, required);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=&gt; println!("Результат: {:?}", result),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Летимо до точки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target = Position { x: 100.0, y: 200.0, z: 50.0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drone.execute(DroneCommand::FlyTo {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destination: target,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speed: 10.0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println!("Кінець: {:?}", drone.state());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Переваги машини станів через Enum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1. Неможливі стани — неможливі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Дрон не може бути одночасно Flying І Charging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2. Компілятор перевіряє повноту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Якщо додали новий стан — match покаже де обробити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3. Дані прив'язані до стану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Flying має destination, Charging має target_percent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4. Типобезпечні переходи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Неможливо зробити недозволений перехід "непомітно"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5. Самодокументований код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DroneState::Emergency { reason } зрозуміліше ніж state == 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"Make illegal states unrepresentable" — ключовий принцип Rust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1. TrafficLight з таймером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enum TrafficLight { Red(u32), Yellow(u32), Green(u32) }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Число — секунди до зміни. Метод tick() → Option&lt;TrafficLight&gt;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2. Калькулятор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enum Operation { Add, Sub, Mul, Div }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fn calculate(a: f64, b: f64, op: Operation) -&gt; Result&lt;f64, String&gt;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3. Парсер форми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enum FormField { Text(String), Number(i64), Email(String), Empty }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fn validate(field: &amp;FormField) -&gt; Result&lt;(), String&gt;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4. Розширена машина станів дрона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Додайте стани: Patrolling { waypoints: Vec&lt;Position&gt; }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               Returning { base: Position }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Реалізуйте автоматичне повернення при battery &lt; 15%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Підсумок: Enum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2976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22960"/>
            <a:ext cx="73152" cy="429768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86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Базовий enum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0" y="88696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enum Color { Red, Green, Blue 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8229600" cy="42976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98448"/>
            <a:ext cx="73152" cy="429768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624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</a:rPr>
              <a:t>З даними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36245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Move { x: i32, y: i32 }, Write(String)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73936"/>
            <a:ext cx="8229600" cy="42976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773936"/>
            <a:ext cx="73152" cy="429768"/>
          </a:xfrm>
          <a:prstGeom prst="rect">
            <a:avLst/>
          </a:prstGeom>
          <a:solidFill>
            <a:srgbClr val="C586C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379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86C0"/>
                </a:solidFill>
              </a:rPr>
              <a:t>match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18379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Exhaustive pattern matching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49424"/>
            <a:ext cx="8229600" cy="42976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249424"/>
            <a:ext cx="73152" cy="429768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134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9955"/>
                </a:solidFill>
              </a:rPr>
              <a:t>if let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231343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Коли цікавить один варіант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788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Ключові enum'и: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Option&lt;T&gt; — Some(T) | None — для nullable значень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Result&lt;T, E&gt; — Ok(T) | Err(E) — для обробки помилок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Підсумок: Pattern Matching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1031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Патерни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             // конкретне значення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1..=10          // діапазон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| 2 | 3       // альтернативи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               // будь-що (wildcard)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             // прив'язка до змінної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y)          // деструктуризація кортежу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{ x, y }  // деструктуризація структури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Some(x)         // деструктуризація enum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Модифікатори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guard        // додаткова умова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@ 1..=10      // прив'язка + перевірка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              // ігнорування решти полів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Pattern matching — один з найпотужніших інструментів Rust!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Наступна лекція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EC9B0"/>
                </a:solidFill>
              </a:rPr>
              <a:t>Колекції: Vec&lt;T&gt; та HashMap&lt;K, V&gt;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Vec&lt;T&gt; — динамічний масив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Операції: push, pop, insert, remove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Ітерація та слайси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HashMap&lt;K, V&gt; — асоціативний масив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Entry API для ефективної роботи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HashSet&lt;T&gt; — множина унікальних значень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Практика: карта світу для агента, 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       реєстр виявлених об'єктів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58444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422B"/>
                </a:solidFill>
              </a:rPr>
              <a:t>🦀 Дякую за увагу!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Enum та Pattern Matching</dc:title>
  <dc:subject>PptxGenJS Presentation</dc:subject>
  <dc:creator>О. С. Бичков</dc:creator>
  <cp:lastModifiedBy>О. С. Бичков</cp:lastModifiedBy>
  <cp:revision>1</cp:revision>
  <dcterms:created xsi:type="dcterms:W3CDTF">2026-01-02T14:15:12Z</dcterms:created>
  <dcterms:modified xsi:type="dcterms:W3CDTF">2026-01-02T14:15:12Z</dcterms:modified>
</cp:coreProperties>
</file>