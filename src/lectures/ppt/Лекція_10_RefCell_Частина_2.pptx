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10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Cell&lt;T&gt;, OnceCell та LazyCell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Альтернативи RefCell для різних сценаріїв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Cell • OnceCell • LazyCell • Lazy • OnceLock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прапорці стану, lazy config, singleton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Cell та однократна ініціалізація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Cell&lt;T&gt; — для Copy типів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Cell методи: get, set, replace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Cell vs RefCell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Коли використовувати 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OnceCell — одноразова ініціалізація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OnceCell методи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LazyCell — lazy evaluation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Lazy від once_cell crate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OnceLock — thread-safe OnceCell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LazyLock — thread-safe Lazy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Прапорці стану агента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Lazy конфігурація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Singleton координатора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Ініціалізація ресурсів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Порівняння всіх Cell типів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Практичні рекомендації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Cell&lt;T&gt; — для Copy типів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Cell&lt;T&gt; — простіша альтернатива RefCell для Copy типів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потребує borrow tracking!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get() — копіює значення (T: Copy)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cell.get();  // 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set() — замінює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cell.set(10);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println!("New value: {}", cell.get());  // 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Ніяких Ref/RefMut — просто копіювання!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Тому T має бути Copy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cell_str = Cell::new("hello");  // &amp;str is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cell_str.set("world");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String не Copy — використовуйте RefCell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cell_string = Cell::new(String::from("hello"));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cell_string.get();  // Error: String is not Copy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Cell методи: get, set, replace, take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Cell::new(5i32);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get() — копіює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cell.get();  //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cell.get();  // 5 (ще раз копія)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set() — замінює значення, нічого не повертає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cell.set(10);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replace() — замінює і повертає старе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old = cell.replace(20);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println!("old: {}, new: {}", old, cell.get());  // old: 10, new: 20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take() — замінює на Default і повертає старе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Cell::new(42);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taken = cell.take();  //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println!("taken: {}, cell: {}", taken, cell.get());  // taken: 42, cell: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swap() — обмін значеннями двох 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 = Cell::new(1);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 = Cell::new(2);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a.swap(&amp;b);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println!("a: {}, b: {}", a.get(), b.get());  // a: 2, b: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Cell::update — атомарна модифікація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update() — застосувати функцію (Rust 1.50+)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cell.update(|x| x + 1);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cell.get());  // 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Еквівалент: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old = cell.get();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cell.set(old + 1);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 лічильник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Cell&lt;u32&gt;,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Counter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Counter { count: Cell::new(0)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increment(&amp;self) {  // &amp;self, не &amp;mut self!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self.count.update(|c| c + 1);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get(&amp;self) -&gt; u32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self.count.get()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 = Counter::new();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counter.increment();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counter.increment();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println!("Count: {}", counter.get());  //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Cell&lt;T&gt; vs RefCell&lt;T&gt;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Cell&lt;T&gt;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RefCell&lt;T&gt;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Вимога до 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T: Copy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Будь-який 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Доступ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get()/set() — копіювання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borrow()/borrow_mut()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Runtime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Мінімальний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Borrow counter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Panic можливий?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Ніколи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 (при порушенні)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Розмір overhead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0 bytes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usize (counter)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Підходить для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i32, bool, f64, &amp;str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String, Vec, structs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90779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 вибору: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Copy типи (числа, bool, посилання) → 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Все інше (String, Vec, складні структури) → RefCell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використовувати Cell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Лічильники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reads: Cell&lt;u64&gt;,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writes: Cell&lt;u64&gt;,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Прапорці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CacheEntry&lt;T&gt;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accessed: Cell&lt;bool&gt;,  // Чи був доступ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access_count: Cell&lt;u32&gt;,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ID генератори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IdGenerator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next_id: Cell&lt;u64&gt;,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IdGenerator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next(&amp;self) -&gt; u64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 = self.next_id.get();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self.next_id.set(id + 1);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Кешовані обчислення (для Copy результатів)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Cached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computed: Cell&lt;Option&lt;i32&gt;&gt;,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OnceCell — одноразова ініціалізація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std::cell::OnceCell;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OnceCell — ініціалізується максимум один раз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cell: OnceCell&lt;String&gt; = OnceCell::new();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Спочатку порожній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assert!(cell.get().is_none());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set() — встановити значення (один раз)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cell.set(String::from("hello")).unwrap();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є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assert_eq!(cell.get(), Some(&amp;String::from("hello")));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Повторний set — помилка!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assert!(cell.set(String::from("world")).is_err());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Значення не змінилось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assert_eq!(cell.get(), Some(&amp;String::from("hello")));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get_or_init — отримати або ініціалізувати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cell: OnceCell&lt;String&gt; = OnceCell::new();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cell.get_or_init(||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println!("Initializing...");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expensive_computation()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"Initializing..." виведеться тільки перший раз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OnceCell методи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new()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Створити порожній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OnceCell&lt;T&gt;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Отримати &amp;T якщо 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Option&lt;&amp;T&gt;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get_mut()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Отримати &amp;mut T якщо 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Option&lt;&amp;mut 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set(value)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Встановити (раз)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Result&lt;(), 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get_or_init(f)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Отримати або ініціалізувати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&amp;T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get_or_try_init(f)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Те саме з Result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Result&lt;&amp;T, E&gt;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into_inner()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Consume → 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take()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Забрати значення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Option&lt;T&gt;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OnceCell гарантує: значення встановлюється максимум один раз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LazyCell — lazy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std::cell::LazyCell;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LazyCell (Rust 1.80+) — lazy ініціалізація з closure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lazy: LazyCell&lt;String&gt; = LazyCell::new(||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println!("Computing...");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expensive_computation()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Closure ще не викликався!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println!("Before access");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Перший доступ — викликає closure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println!("Value: {}", *lazy);  // Computing... \n Value: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Наступні доступи — просто повертає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println!("Value: {}", *lazy);  // Value: ... (без Computing)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LazyCell реалізує Deref — можна використовувати як &amp;T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use_lazy(lazy: &amp;LazyCell&lt;String&gt;)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Автоматично ініціалізується при першому доступі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println!("Length: {}", lazy.len());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Зручно для глобальних констант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CONFIG: LazyCell&lt;Config&gt; = LazyCell::new(||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Config::load_from_file("config.toml")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once_cell crate — до std стабілізації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 Rust 1.70+ OnceCell/LazyCell були в crate once_cell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більшість є в std, але crate має додаткові можливості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once_cell::sync::Lazy;  // Thread-safe Lazy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once_cell::sync::OnceCell;  // Thread-safe OnceCell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Lazy — як LazyCell, але thread-safe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GLOBAL_CONFIG: Lazy&lt;Config&gt; = Lazy::new(||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Config::load()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OnceCell — thread-safe версія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INSTANCE: OnceCell&lt;Database&gt; = OnceCell::new();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get_database() -&gt; &amp;'static Database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INSTANCE.get_or_init(||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Database::connect("localhost:5432")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Різниця з std: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once_cell::unsync::{OnceCell, Lazy} — як std::cell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once_cell::sync::{OnceCell, Lazy} — thread-safe (як std::sync)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OnceLock — thread-safe OnceCell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std::sync::OnceLock;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OnceLock (Rust 1.70+) — OnceCell для багатопотокового коду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 використовувати в static!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CONFIG: OnceLock&lt;Config&gt; = OnceLock::new();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get_config() -&gt; &amp;'static 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CONFIG.get_or_init(||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Config::load_from_env()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будь-якому потоці: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config = get_config();  // Ініціалізується один раз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Безпечно з кількох потоків: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handles: Vec&lt;_&gt; = (0..10).map(|_|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config = get_config();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Всі потоки отримають той самий 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}).collect();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handles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h.join().unwrap();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LazyLock — thread-safe Lazy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std::sync::LazyLock;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LazyLock (Rust 1.80+) — thread-safe lazy initialization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HASHMAP: LazyLock&lt;HashMap&lt;String, i32&gt;&gt; = LazyLock::new(||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m = HashMap::new();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m.insert("one".to_string(), 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m.insert("two".to_string(),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Ініціалізується при першому доступі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println!("one = {}", HASHMAP.get("one").unwrap());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Наступні доступи — просто читання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println!("two = {}", HASHMAP.get("two").unwrap());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LazyLock реалізує Deref&lt;Target=T&gt;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Тому можна використовувати як &amp;T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приклад: regex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regex::Regex;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EMAIL_REGEX: LazyLock&lt;Regex&gt; = LazyLock::new(||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Regex::new(r"^[\w.-]+@[\w.-]+\.\w+$").unwrap()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Прапорці стану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AgentFlags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is_active: Cell&lt;bool&gt;,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is_moving: Cell&lt;bool&gt;,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needs_recharge: Cell&lt;bool&gt;,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has_target: Cell&lt;bool&gt;,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emergency_mode: Cell&lt;bool&gt;,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AgentFlags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AgentFlags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is_active: Cell::new(true),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is_moving: Cell::new(false),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needs_recharge: Cell::new(false),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has_target: Cell::new(false),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emergency_mode: Cell::new(false),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check_battery(&amp;self, level: u8)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self.needs_recharge.set(level &lt; 20);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level &lt; 5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self.emergency_mode.set(true);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can_accept_mission(&amp;self)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self.is_active.get()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&amp;&amp; !self.emergency_mode.get()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&amp;&amp; !self.needs_recharge.get()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Lazy конфігурація системи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std::sync::LazyLock;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max_agents: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communication_range: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formation_distance: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behaviors: HashMap&lt;String, BehaviorConfig&gt;,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Глобальна конфігурація — lazy 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SWARM_CONFIG: LazyLock&lt;SwarmConfig&gt; = LazyLock::new(||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println!("Loading swarm configuration...");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Завантаження з файлу, env, або defaults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config_str = std::fs::read_to_string("swarm.toml")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.unwrap_or_else(|_| include_str!("default_config.toml").to_string());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toml::from_str(&amp;config_str).expect("Invalid config")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Доступ з будь-якого місця в коді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create_agent() -&gt;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max = SWARM_CONFIG.max_agents;  // Lazy init тут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Agent::new(&amp;SWARM_CONFIG)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Singleton координатора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std::sync::OnceLock;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std::sync::Mutex;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Mutex&lt;Vec&lt;AgentId&gt;&gt;,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next_id: Mutex&lt;u32&gt;,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Singleton pattern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COORDINATOR: OnceLock&lt;Coordinator&gt; = OnceLock::new();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global() -&gt; &amp;'static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COORDINATOR.get_or_init(||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println!("Initializing coordinator...");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agents: Mutex::new(Vec::new()),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next_id: Mutex::new(1),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register_agent(&amp;self) -&gt; AgentId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next_id = self.next_id.lock().unwrap();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 = *next_id;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*next_id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self.agents.lock().unwrap().push(id);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coordinator = Coordinator::global();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agent_id = coordinator.register_agent();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Ініціалізація ресурсів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std::cell::OnceCell;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Ресурси ініціалізуються лише при потребі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path_planner: OnceCell&lt;PathPlanner&gt;,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sensor_fusion: OnceCell&lt;SensorFusion&gt;,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communication: OnceCell&lt;CommModule&gt;,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new(id: u32)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path_planner: OnceCell::new(),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sensor_fusion: OnceCell::new(),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communication: OnceCell::new(),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get_path_planner(&amp;self) -&gt; &amp;PathPlanner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self.path_planner.get_or_init(||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println!("Agent {}: Initializing path planner",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PathPlanner::new()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get_communication(&amp;self) -&gt; &amp;CommModule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self.communication.get_or_init(||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println!("Agent {}: Initializing communication",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CommModule::new(self.id)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Ресурси створюються тільки коли потрібні!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Глобальна статистика системи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std::sync::LazyLock;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std::sync::atomic::{AtomicU64, Ordering};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GlobalStats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total_messages: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total_moves: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total_scans: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active_agents: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STATS: LazyLock&lt;GlobalStats&gt; = LazyLock::new(||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total_messages: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total_moves: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total_scans: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active_agents: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GlobalStats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record_message()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STATS.total_messages.fetch_add(1,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record_move()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STATS.total_moves.fetch_add(1,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summary()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format!("Messages: {}, Moves: {}, Scans: {}, Active: {}",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STATS.total_messages.load(Ordering::Relaxed),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STATS.total_moves.load(Ordering::Relaxed),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STATS.total_scans.load(Ordering::Relaxed),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STATS.active_agents.load(Ordering::Relaxed))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UnsafeCell&lt;T&gt; — примітив interior mutability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std::cell::UnsafeCell;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UnsafeCell — єдиний спосіб отримати &amp;mut T з &amp;T у safe Rust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Всі Cell, RefCell, Mutex побудовані на ньому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Використання UnsafeCell напряму — unsafe!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UnsafeCell::new(5);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unsafe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get() повертає *mut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ptr: *mut i32 = cell.get();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*ptr 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Чому це unsafe?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 відповідаєте за дотримання правил borrowing!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Компілятор не перевіряє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Практично ніколи не потрібен напряму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Використовуйте: Cell, RefCell, Mutex, RwLock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Коли потрібен UnsafeCell: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Реалізація власних Cell-подібних типів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FFI з C кодом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Дуже низькорівнева оптимізація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всіх Cell типів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945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 вимоги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Thread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Особливість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Cell&lt;T&gt;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T: Copy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get/set копіювання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RefCell&lt;T&gt;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Runtime borrow check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OnceCell&lt;T&gt;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Init once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LazyCell&lt;T&gt;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Lazy init з closure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OnceLock&lt;T&gt;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Thread-safe OnceCell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LazyLock&lt;T&gt;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Thread-safe LazyCell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Mutex&lt;T&gt;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Lock-based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RwLock&lt;T&gt;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4D4D4"/>
                          </a:solidFill>
                        </a:rPr>
                        <a:t>Read-write lock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Single-thread: Cell/RefCell. Multi-thread: OnceLock/LazyLock/Mutex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Як вибрати правильний тип?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Питання для вибору: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Чи потрібна thread-safety?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❌ → Cell, RefCell, OnceCell, LazyCell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✓ → OnceLock, LazyLock, Mutex, RwLock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Чи T: Copy?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✓ → Cell (простіше, швидше)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❌ → RefCell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Чи потрібна одноразова ініціалізація?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✓ → OnceCell / OnceLock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✓ + lazy → LazyCell / LazyLock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❌ → Cell / RefCell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Чи багато читачів + один писач?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✓ → RwLock (multi-thread)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❌ → Mutex / RefCell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Cell для не-Copy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cell = Cell::new(String::new());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cell.get();  // ❌ String не Copy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Cell/RefCell у threads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X: RefCell&lt;i32&gt; = ...;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RefCell: !Sync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03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RefCell замість Cell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простих лічильників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count: RefCell&lt;u32&gt;  // Надлишково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count: Cell&lt;u32&gt;     // ✓ Краще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05740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03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Правильний вибір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flags: Cell&lt;bool&gt;      //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RefCell&lt;Vec&lt;T&gt;&gt;  // не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 OnceLock&lt;C&gt;    // global init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рекомендації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Cell для Copy типів (числа, bool)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RefCell — тільки коли справді потрібна interior mutability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Тримайте borrow якомога коротше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try_borrow() для безпечного коду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OnceCell/LazyCell для lazy initialization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OnceLock/LazyLock для глобальних static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зловживайте interior mutability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Cell/RefCell НЕ для багатопотоковості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можливість panic у RefCell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Cell — прапорці, лічильники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RefCell — кеш, внутрішній стан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OnceLock — глобальна конфігурація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LazyLock — singleton координатора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Interior Mutability — мутабельність через &amp;self: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Cell&lt;T&gt; (T: Copy):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get/set — копіювання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Ніколи не panic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RefCell&lt;T&gt;: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borrow/borrow_mut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Runtime borrow checking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Може panic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OnceCell / OnceLock: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Одноразова ініціалізація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get_or_init pattern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LazyCell / LazyLock: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Lazy evaluation з closure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Автоматична ініціалізація при доступі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Threads — багатопотоковість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Counter: Реалізуйте Counter з Cell&lt;u32&gt;.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Методи: increment(&amp;self), decrement(&amp;self), get(&amp;self).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Cache: Створіть LRU кеш з RefCell: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get_or_compute(key, f) — lazy computation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Обмеження розміру кешу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Mock: Реалізуйте MockDatabase для тестів: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RefCell для запису викликів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Перевірка кількості викликів у тестах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Singleton: Глобальний Logger з OnceLock: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Lazy initialization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Thread-safe доступ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МАС: AgentRegistry з LazyLock: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Глобальний реєстр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Методи: register, unregister, get_all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RefCell • Cell • OnceCell • LazyCell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RefCell Частина 2</dc:title>
  <dc:subject>PptxGenJS Presentation</dc:subject>
  <dc:creator>О.С. Бичков</dc:creator>
  <cp:lastModifiedBy>О.С. Бичков</cp:lastModifiedBy>
  <cp:revision>1</cp:revision>
  <dcterms:created xsi:type="dcterms:W3CDTF">2026-01-02T18:01:23Z</dcterms:created>
  <dcterms:modified xsi:type="dcterms:W3CDTF">2026-01-02T18:01:23Z</dcterms:modified>
</cp:coreProperties>
</file>