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18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Actor Model та Event Bus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Архітектурні патерни для async систем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Actor • Mailbox • Event Bus • Supervisor • Registry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Production-ready архітектура для МАС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Складні патерни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Actor Model — концепція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Actor на Tokio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Actor Handle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Actor Mailbox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Typed messages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Request-Reply в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Actor Supervisor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Actor Registry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Event Bus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Pub/Sub система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🤖 Agent як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Coordinator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Swarm Event Bus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Full Async Swarm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Performance tips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Підсумок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Model — концепція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1430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 Model — парадигма конкурентного програмування: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Кожен Actor — ізольована одиниця з власним станом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Actors спілкуються ТІЛЬКИ через повідомлення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Кожен Actor обробляє повідомлення послідовно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Actors можуть створювати інших Actors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Ніякого спільного стану — немає data races!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1325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┌─────────┐         ┌─────────┐         ┌─────────┐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Actor A │──msg──→│ Actor B │──msg──→│ Actor C │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[State] │         │ [State] │         │ [State] │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│[Mailbox]│         │[Mailbox]│         │[Mailbox]│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└─────────┘         └─────────┘         └─────────┘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↑                   │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└────── reply ──────┘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└──────────────────────────────────────────────────────┘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на Tokio — базова реалізація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tokio::sync::mpsc;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Actor = Task + Channel (mailbox)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MyActor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receiver: mpsc::Receiver&lt;ActorMessage&gt;,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i32,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ActorMessage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Increment,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GetValue { respond_to: oneshot::Sender&lt;i32&gt;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MyActor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new(receiver: mpsc::Receiver&lt;ActorMessage&gt;)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MyActor { receiver, state: 0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let Some(msg) = self.receiver.recv().await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self.handle_message(msg);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handle_message(&amp;mut self, msg: ActorMessage)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msg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ActorMessage::Increment =&gt; self.state +=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ActorMessage::GetValue { respond_to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let _ = respond_to.send(self.state);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Handle Pattern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tokio::sync::{mpsc, oneshot};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Handle — публічний інтерфейс до 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MyActorHandle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mpsc::Sender&lt;ActorMessage&gt;,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MyActorHandle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(sender, receiver) = mpsc::channel(100);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actor = MyActor::new(receiver);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tokio::spawn(actor.run());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MyActorHandle { sender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increment(&amp;self)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_ = self.sender.send(ActorMessage::Increment).await;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get_value(&amp;self) -&gt; i32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(send, recv)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_ = self.sender.send(ActorMessage::GetValue { respond_to: send }).await;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recv.await.expect("Actor dropped")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actor = MyActorHandle::new();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actor.increment().await;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actor.get_value().await;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Typed Messages — сильна типізація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tokio::sync::oneshot;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Кожна команда — окремий тип з response 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AgentCommand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MoveTo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respond_to: oneshot::Sender&lt;MoveResult&gt;,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radius: f64,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respond_to: oneshot::Sender&lt;Vec&lt;Target&gt;&gt;,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GetStatus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respond_to: oneshot::Sender&lt;AgentStatus&gt;,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Actor Handle з типізованими методами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move_to(&amp;self, pos: Position) -&gt; Result&lt;MoveResult, 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self.sender.send(AgentCommand::MoveTo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pos,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respond_to: tx,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Ok(rx.await?)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scan(&amp;self, radius: f64) -&gt; Result&lt;Vec&lt;Target&gt;, 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self.sender.send(AgentCommand::Scan { radius, respond_to: tx }).await?;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Ok(rx.await?)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Mailbox — bounded vs unbounded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Bounded mailbox — з backpressure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BoundedActor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mailbox: mpsc::Receiver&lt;Message&gt;,  // bounded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BoundedActorHandle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new(capacity: usize)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mpsc::channel(capacity);  // Backpressure!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send().await може чекати якщо mailbox повний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send(&amp;self, msg: Message) -&gt; Result&lt;(), 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self.sender.send(msg).await.map_err(|_| Error::ActorDead)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try_send — non-blocking, може відхилити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try_send(&amp;self, msg: Message) -&gt; Result&lt;(), TrySendError&gt;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self.sender.try_send(msg)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Unbounded — для критичних повідомлень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UnboundedActor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mailbox: mpsc::UnboundedReceiver&lt;CriticalMessage&gt;,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Unbounded ризик OOM якщо producer швидший!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Request-Reply з timeout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tokio::time::{timeout, Duration};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Запит зі стандартним 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request&lt;R&gt;(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make_msg: impl FnOnce(oneshot::Sender&lt;R&gt;) -&gt; AgentCommand,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Result&lt;R, AgentError&gt;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Надсилаємо запит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self.sender.send(make_msg(tx)).await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AgentError::ActorDead)?;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Чекаємо відповідь з timeout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timeout(Duration::from_secs(5), rx).await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AgentError::Timeout)?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.map_err(|_| AgentError::ActorDead)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get_status(&amp;self) -&gt; Result&lt;AgentStatus, AgentError&gt;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self.request(|respond_to| AgentCommand::GetStatus { respond_to }).await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move_to(&amp;self, pos: Position) -&gt; Result&lt;MoveResult, AgentError&gt;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self.request(|respond_to| AgentCommand::MoveTo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pos,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respond_to,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Supervisor — нагляд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tokio::task::JoinSet;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Supervisor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children: JoinSet&lt;ActorResult&gt;,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actor_configs: HashMap&lt;ActorId, ActorConfig&gt;,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Supervisor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Чекаємо на завершення будь-якого child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Some(result) = self.children.join_next().await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match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Ok(ActorResult::Completed(id))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println!("Actor {} completed normally", 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Ok(ActorResult::Failed(id, error))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println!("Actor {} failed: {:?}, restarting...", id, error);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self.restart_actor(id).await;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Err(join_error)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// Actor panicked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println!("Actor panicked: {:?}", join_error);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  // Всі actors завершились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restart_actor(&amp;mut self, id: ActorId)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Some(config) = self.actor_configs.get(&amp;id)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actor = Agent::new(config.clone());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self.children.spawn(actor.run());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Registry — реєстрація та lookup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tokio::sync::RwLock;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Глобальний реєстр акторів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ActorRegistry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RwLock&lt;HashMap&lt;AgentId, AgentHandle&gt;&gt;,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groups: RwLock&lt;HashMap&lt;GroupId, Vec&lt;AgentId&gt;&gt;&gt;,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ActorRegistry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new() -&gt; Arc&lt;Self&gt;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Arc::new(ActorRegistry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agents: RwLock::new(HashMap::new()),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groups: RwLock::new(HashMap::new()),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register(&amp;self, id: AgentId, handle: AgentHandle)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self.agents.write().await.insert(id, handle);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unregister(&amp;self, id: AgentId)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self.agents.write().await.remove(&amp;id);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get(&amp;self, id: AgentId) -&gt; Option&lt;AgentHandle&gt;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self.agents.read().await.get(&amp;id).cloned()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send_to_group(&amp;self, group: GroupId, msg: 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groups = self.groups.read().await;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Some(members) = groups.get(&amp;group)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for id in members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let Some(handle) = self.get(*id).await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let _ = handle.send(msg.clone()).await;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Event Bus Pattern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tokio::sync::broadcast;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#[derive(Clone, Debug)]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enum SwarmEvent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AgentSpawned(AgentId),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AgentStopped(AgentId),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TargetDetected { by: AgentId, target: Target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MissionStarted(MissionId),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MissionCompleted(MissionId),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Alert(AlertLevel, String),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EventBus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broadcast::Sender&lt;SwarmEvent&gt;,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EventBus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new(capacity: usize) -&gt; Arc&lt;Self&gt;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(sender, _) = broadcast::channel(capacity);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Arc::new(EventBus { sender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publish(&amp;self, event: SwarmEvent)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_ = self.sender.send(event);  // Ignore if no receivers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subscribe(&amp;self) -&gt; broadcast::Receiver&lt;SwarmEvent&gt;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self.sender.subscribe()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Кожен компонент підписується: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events = event_bus.subscribe();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Ok(event) = events.recv().await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handle_event(event);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Event Bus — фільтрація подій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tokio::sync::broadcast;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EventBus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Підписка з фільтром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fn subscribe_filtered&lt;F&gt;(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&amp;self,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mut filter: F,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impl futures::Stream&lt;Item = SwarmEvent&gt;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F: FnMut(&amp;SwarmEvent) -&gt; bool + Send + 'static,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rx = self.sender.subscribe();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async_stream::stream!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match rx.recv().await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Ok(event) if filter(&amp;event) =&gt; yield event,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Ok(_) =&gt; continue,  // Filtered 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Err(broadcast::error::RecvError::Lagged(n))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log::warn!("Missed {} events", 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Err(broadcast::error::RecvError::Closed) =&gt; break,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target_events = event_bus.subscribe_filtered(|e|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matches!(e, SwarmEvent::TargetDetected { ..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Some(event) = target_events.next().await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handle_target_event(event);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Pub/Sub з topics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tokio::sync::{broadcast, RwLock};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TopicBus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topics: RwLock&lt;HashMap&lt;String, broadcast::Sender&lt;Message&gt;&gt;&gt;,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TopicBus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publish(&amp;self, topic: &amp;str, msg: 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topics = self.topics.read().await;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Some(sender) = topics.get(topic)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_ = sender.send(msg);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 async fn subscribe(&amp;self, topic: &amp;str) -&gt; broadcast::Receiver&lt;Message&gt;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topics = self.topics.write().await;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topics.entry(topic.to_string())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.or_insert_with(|| broadcast::channel(100).0)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.subscribe()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alerts = bus.subscribe("alerts").await;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targets = bus.subscribe("targets").await;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Публікація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bus.publish("alerts", Message::Alert("Warning!".into())).await;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bus.publish("targets", Message::Target(target)).await;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Agent як Actor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AgentActor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mailbox: mpsc::Receiver&lt;AgentCommand&gt;,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event_bus: Arc&lt;EventBus&gt;,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AgentState,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self.event_bus.publish(SwarmEvent::AgentSpawned(self.id));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tick = tokio::time::interval(Duration::from_millis(100));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events = self.event_bus.subscribe();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biased;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Some(cmd) = self.mailbox.recv()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if self.handle_command(cmd).await.is_break()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Ok(event) = events.recv()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self.handle_event(event).await;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_ = tick.tick()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self.tick().await;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self.event_bus.publish(SwarmEvent::AgentStopped(self.id));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AgentHandle = sender + spawn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AgentHandle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sender: mpsc::Sender&lt;AgentCommand&gt;,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Coordinator як Actor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mailbox: mpsc::Receiver&lt;CoordCommand&gt;,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registry: Arc&lt;ActorRegistry&gt;,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event_bus: Arc&lt;EventBus&gt;,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CoordinatorState,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CoordinatorActor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run(mut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mut events = self.event_bus.subscribe();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select!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Some(cmd) = self.mailbox.recv()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self.handle_command(cmd).await;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Ok(event) = events.recv()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match event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SwarmEvent::TargetDetected { by, target }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self.assign_target(target).await;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SwarmEvent::AgentStopped(id)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self.handle_agent_lost(id).await;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_ =&gt;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assign_target(&amp;self, target: Target)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Знайти найближчого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let Some(agent) = self.find_nearest_agent(&amp;target.position).await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_ = agent.pursue_target(target.id).await;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Повна архітектура Async Swarm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Async Swarm System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┌─────────────┐    ┌─────────────┐    ┌─────────────┐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Supervisor │───→│   Registry  │←───│  Event Bus  │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└──────┬──────┘    └──────┬──────┘    └──────┬──────┘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│                  │                   │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│spawn        get/register       pub/sub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↓                  ↓                   ↓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┌─────────────┐    ┌─────────────┐    ┌─────────────┐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Coordinator │    │  Agent 1    │    │  Agent N    │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(Actor)   │    │   (Actor)   │    │   (Actor)   │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[Mailbox]  │←──→│  [Mailbox]  │    │  [Mailbox]  │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└─────────────┘    └─────────────┘    └─────────────┘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Запуск повної системи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#[tokio::main]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Ініціалізація інфраструктури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event_bus = EventBus::new(1000);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registry = ActorRegistry::new();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Запуск Coordinator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coordinator = CoordinatorActor::spawn(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Arc::clone(&amp;registry),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Arc::clone(&amp;event_bus),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Supervisor для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supervisor = Supervisor::new(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Arc::clone(&amp;registry),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Arc::clone(&amp;event_bus),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Spawn агентів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0..100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supervisor.spawn_agent(AgentId(i), AgentConfig::default()).await;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Запуск supervisor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supervisor_handle = tokio::spawn(supervisor.run());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Graceful shutdown на Ctrl+C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tokio::signal::ctrl_c().await.unwrap();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event_bus.publish(SwarmEvent::Alert(AlertLevel::Critical, "Shutdown".into()));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supervisor_handle.await.unwrap();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Потік повідомлень у системі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148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Agent виявляє ціль: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→ Agent публікує TargetDetected в EventBus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Coordinator отримує подію: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→ Coordinator підписаний на EventBus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→ Обробляє TargetDetected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Coordinator призначає агента: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→ Lookup в Registry: find nearest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→ Send command через AgentHandle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Agent отримує команду: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→ Mailbox: PursueTarget command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→ Змінює стан, починає переслідування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Agent повідомляє про результат: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→ Публікує MissionCompleted в EventBus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→ Coordinator та інші отримують подію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Loose coupling через EventBus + Direct commands через Mailbox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Performance Tips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Bounded mailboxes для backpressure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Batch processing — обробляйте кілька msg за раз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try_recv() для non-blocking перевірки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Розділяйте hot/cold paths (окремі канали)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Event Bus для loose coupling, mailbox для commands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робіть blocking операції в Actor loop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створюйте занадто багато channels (overhead)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ігноруйте backpressure warnings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Benchmarks: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mpsc send: ~50-100ns per 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broadcast send: ~100-200ns per subscriber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Context switch: ~200-500ns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788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Batch processing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let Ok(msg) = rx.try_recv()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batch.push(msg);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batch.len() &gt;= 100 { break;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process_batch(batch).await;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Debugging Async Systems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Tracing для async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tracing::{info, instrument};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#[instrument(skip(self))]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handle_message(&amp;mut self, msg: Message)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info!(agent_id = %self.id, "Processing message");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tokio-console для runtime inspection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Cargo.toml: tokio = { features = ["tracing"]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console_subscriber::init();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Channel metrics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MeteredSender&lt;T&gt;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inner: mpsc::Sender&lt;T&gt;,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sent_count: Arc&lt;AtomicU64&gt;,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MeteredSender&lt;T&gt;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send(&amp;self, msg: T) -&gt; Result&lt;(), SendError&lt;T&gt;&gt;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self.sent_count.fetch_add(1,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self.inner.send(msg).await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Deadlock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select! зависає — один з каналів не прогресує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Додайте timeout branch для діагностики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Порівняння підходів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3716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Підхід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Direct channels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Simple, fast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Tight coupling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1:1 communication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Actor model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Encapsulation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Boilerplate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Complex state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Event Bus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Loose coupling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No guarantees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Notifications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Pub/Sub topics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Flexible routing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Complexity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Large systems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40487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Рекомендація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Actor model для агентів (state encapsulation)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Event Bus для системних подій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Direct channels для Coordinator → Agent commands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Registry для discovery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 Model: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Actor = Task + Mailbox (channel)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Handle pattern для публічного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Supervisor для restart failed actors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Registry для actor discovery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Event Bus: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broadcast для pub/sub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Loose coupling між компонентами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Фільтрація подій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 Architecture: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Agents як Actors з mailboxes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Coordinator як центральний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EventBus для системних подій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Registry для lookup агентів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Streams — async ітератори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Simple Actor: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Counter actor з Increment/GetValue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Handle з typed methods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Timeout для requests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Event Bus: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Broadcast channel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5 subscribers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Filtered subscriptions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Actor Registry: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Register/Unregister actors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Lookup by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Send to group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Agent Actor: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State machine в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Event publishing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Command handling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Full Swarm: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Coordinator + 10 Agent actors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Event Bus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Registry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Supervisor з restart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Async Channels опановано!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Actor • Event Bus • Supervisor • Registry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Async Channels Частина 2</dc:title>
  <dc:subject>PptxGenJS Presentation</dc:subject>
  <dc:creator>О.С. Бичков</dc:creator>
  <cp:lastModifiedBy>О.С. Бичков</cp:lastModifiedBy>
  <cp:revision>1</cp:revision>
  <dcterms:created xsi:type="dcterms:W3CDTF">2026-01-02T19:13:55Z</dcterms:created>
  <dcterms:modified xsi:type="dcterms:W3CDTF">2026-01-02T19:13:55Z</dcterms:modified>
</cp:coreProperties>
</file>