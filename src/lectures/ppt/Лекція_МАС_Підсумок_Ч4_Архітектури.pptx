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</a:rPr>
              <a:t>Підсумкова лекція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E422B"/>
                </a:solidFill>
              </a:rPr>
              <a:t>Архітектури МАС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EC9B0"/>
                </a:solidFill>
              </a:rPr>
              <a:t>Actor Model • ECS • BDI • Повна інтеграція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2194560"/>
            <a:ext cx="6400800" cy="10972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228600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4D4"/>
                </a:solidFill>
              </a:rPr>
              <a:t>Три архітектурні патерни: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4D4D4"/>
                </a:solidFill>
              </a:rPr>
              <a:t>• Actor — ізоляція та комунікація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4D4D4"/>
                </a:solidFill>
              </a:rPr>
              <a:t>• ECS — масштаб та продуктивність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4D4D4"/>
                </a:solidFill>
              </a:rPr>
              <a:t>• BDI — інтелект та автономність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DCAA"/>
                </a:solidFill>
              </a:rPr>
              <a:t>Частина 4 з 4: Архітектури (Лекції 20-24)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О. С. Бичков •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422B"/>
                </a:solidFill>
              </a:rPr>
              <a:t>Три архітектури: різні проблеми — різні рішення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688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Кожна архітектура оптимізована для своєї задачі: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Actor Model (Лекції 20-22)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Проблема: як організувати комунікацію без спільного стану?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Рішення: кожен агент — ізольований актор з mailbox.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Сила: ізоляція, відмовостійкість, distributed systems.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ECS (Лекція 23)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Проблема: як ефективно обробляти 100,000+ сутностей?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Рішення: розділити дані (Components) та логіку (Systems).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Сила: продуктивність, cache-friendly, паралелізм.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BDI (Лекція 24)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Проблема: як моделювати раціональну поведінку агента?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Рішення: Beliefs, Desires, Intentions — когнітивна модель.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Сила: автономність, пояснюваність, адаптивність.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422B"/>
                </a:solidFill>
              </a:rPr>
              <a:t>Actor Model: Філософія ізоляції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688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Actor Model — парадигма, де все є актором.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Кожен актор: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Має приватний стан (недоступний ззовні)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Має mailbox (чергу повідомлень)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Обробляє повідомлення ПОСЛІДОВНО (одне за раз)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Може створювати інших акторів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Може надсилати повідомлення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Чому Actor ідеально для МАС?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Агент = Актор — природна відповідність!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Агент має приватний стан (beliefs, battery, position)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Агент отримує команди через повідомлення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Агент надсилає звіти координатору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Агент може "народжувати" субагентів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НЕМАЄ спільного мутабельного стану → НЕМАЄ data races!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422B"/>
                </a:solidFill>
              </a:rPr>
              <a:t>Actor Model: Структура актора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8229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Актор має три компоненти: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State — приватні дані актора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Behavior — логіка обробки повідомлень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Mailbox — черга вхідних повідомлень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Зовнішній світ взаємодіє тільки через повідомлення: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8229600" cy="10058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82880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┌──────────────────────────────────────────────────────┐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ACTOR     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┌──────────┐   ┌──────────┐   ┌────────────────┐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MAILBOX  │──▶│ BEHAVIOR │──▶│     STATE      │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(queue)  │   │ (handle) │   │ (private data) │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└──────────┘   └──────────┘   └────────────────┘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└────────▲─────────────────────────────────┬──────────┘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│ receive message                 │ send message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│                                 ▼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Other Actors                      Other Actors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953512"/>
            <a:ext cx="8046720" cy="173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State ніколи не "виглядає" назовні.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Єдиний спосіб взаємодії — message passing.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422B"/>
                </a:solidFill>
              </a:rPr>
              <a:t>Actor Model: Реалізація на Tokio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82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Actor = task + channel + state: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Actor trait визначає інтерфейс актора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#[async_trait]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trait Actor: Send + 'static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Message: Send;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handle(&amp;mut self, msg: Self::Message, ctx: &amp;mut ActorContext&lt;Self&gt;);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DroneActor — агент як актор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DroneActor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DroneId,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position: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battery: u8,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beliefs: BeliefBase,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Actor for DroneActor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Message = DroneMessage;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handle(&amp;mut self, msg: DroneMessage, ctx: &amp;mut ActorContext&lt;Self&gt;)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match msg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DroneMessage::MoveTo(target)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self.position = self.calculate_path(target);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DroneMessage::GetStatus { reply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// reply — oneshot канал для відповіді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let _ = reply.send(self.status());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DroneMessage::Shutdown =&gt; ctx.stop(),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182112"/>
            <a:ext cx="8046720" cy="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handle() — серце актора. Отримує повідомлення, оновлює стан.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422B"/>
                </a:solidFill>
              </a:rPr>
              <a:t>Actor Model: ActorRef/Handle — публічний API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Handle — це "адреса" актора. Тримає Sender до mailbox.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Через Handle зовнішній код взаємодіє з актором: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4173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Handle для взаємодії з DroneActor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#[derive(Clone)]  // Можна передавати між потоками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DroneHandle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DroneId,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sender: mpsc::Sender&lt;DroneMessage&gt;,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DroneHandle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Fire-and-forget: надіслати команду без очікування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move_to(&amp;self, target: Position) -&gt; Result&lt;(), SendError&gt;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self.sender.send(DroneMessage::MoveTo(target)).await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Request-Reply: надіслати запит і чекати відповідь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get_status(&amp;self) -&gt; Result&lt;DroneStatus, 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(tx, rx) = oneshot::channel();  // Канал для відповіді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self.sender.send(DroneMessage::GetStatus { reply: tx }).await?;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rx.await.map_err(|_| Error::ActorDead)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Використання — простий API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drone = spawn_drone_actor(config);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drone.move_to(target).await?;  // Команда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status = drone.get_status().await?;  // Запит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422B"/>
                </a:solidFill>
              </a:rPr>
              <a:t>ECS: Філософія Data-Oriented Design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688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ECS (Entity-Component-System) — архітектура для МАСШТАБУ.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Традиційний OOP: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class Drone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 position, velocity, battery, camera, weapon...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 move(), scan(), fire()...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Проблема: всі дані розкидані по пам'яті → cache misses!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ECS перевертає дизайн: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Entity — просто число (ID), без даних і логіки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Component — ТІЛЬКИ дані, без логіки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System — ТІЛЬКИ логіка, без даних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Дані одного типу зберігаються РАЗОМ: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[Position1, Position2, Position3, ...] — один масив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[Battery1, Battery2, Battery3, ...] — інший масив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Це cache-friendly → швидка обробка 100,000+ сутностей!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422B"/>
                </a:solidFill>
              </a:rPr>
              <a:t>ECS: Entity, Component, System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2344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Entity — унікальний ідентифікатор: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Entity 1, Entity 2, ... — просто числа.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Не містять даних і логіки.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Component — тільки дані, derive Component: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Position(Vec3), Velocity(Vec3), Battery(u8)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Camera { range, fov }, Weapon { ammo, damage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Scout, Combat, Relay — marker components (теги)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System — функція що обробляє entities з певними components: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21945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System руху — обробляє ВСІ entities з Position та Velocity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movement_system(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time: Res&lt;Time&gt;,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mut query: Query&lt;(&amp;mut Position, &amp;Velocity)&gt;,  // Запит компонентів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dt = time.delta_seconds();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(mut pos, vel) in query.iter_mut()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pos.0 += vel.0 * dt;  // Оновлюємо позицію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System тільки для Scout дронів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scout_scan_system(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scouts: Query&lt;(&amp;Position, &amp;Camera), With&lt;Scout&gt;&gt;,  // Тільки Scout!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targets: Query&lt;&amp;Position, With&lt;Target&gt;&gt;,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 /* ... */ 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8229600" cy="137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364992"/>
            <a:ext cx="8046720" cy="-9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Query&lt;...&gt; — декларативний запит: "дай всі entities з цими components"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422B"/>
                </a:solidFill>
              </a:rPr>
              <a:t>ECS: Чому це швидко?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688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Cache-friendly memory layout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OOP (Array of Structs):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[Drone1{pos,vel,bat}, Drone2{pos,vel,bat}, ...]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Обробка тільки position → завантажуємо ВСЕ → cache waste!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ECS (Struct of Arrays):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positions: [pos1, pos2, pos3, ...]  — послідовно в пам'яті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velocities: [vel1, vel2, vel3, ...]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Обробка positions → тільки positions в cache → ефективно!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Паралелізм з коробки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Systems що не конфліктують (різні components) — паралельні!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movement_system (Position, Velocity)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battery_system (Battery)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→ Можуть працювати одночасно!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Гнучка композиція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Додати камеру дрону? → Просто insert(Camera {...}).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Не треба міняти клас чи ієрархію.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422B"/>
                </a:solidFill>
              </a:rPr>
              <a:t>BDI: Філософія раціональних агентів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688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BDI (Beliefs-Desires-Intentions) — когнітивна архітектура.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Ідея: моделювати агента як раціональну ОСОБИСТІСТЬ,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що має знання, цілі та плани — як людина.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Beliefs (Переконання) — що агент ЗНАЄ про світ: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• Моя позиція (10, 20, 50)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• Батарея 45%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• Ворог на позиції (100, 80)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• Союзник #7 летить на базу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Desires (Бажання) — чого агент ХОЧЕ: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• Знищити ворога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• Повернутись на базу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• Зберегти енергію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• Уникнути зіткнення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Intentions (Наміри) — до чого агент ЗОБОВ'ЯЗАВСЯ: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• Виконую патрулювання (план: waypoints 1→2→3→base)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422B"/>
                </a:solidFill>
              </a:rPr>
              <a:t>BDI: Цикл обробки агента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688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BDI агент працює в циклі обдумування: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loop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1. Perception — отримати дані від сенсорів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2. Belief Revision — оновити beliefs на основі нових даних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3. Option Generation — визначити можливі desires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4. Deliberation — обрати intentions з desires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5. Means-End Reasoning — знайти план для intention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6. Execute — виконати наступну дію плану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Ключові питання deliberation: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Які desires досяжні з поточних beliefs?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Які desires мають вищий пріоритет?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Чи сумісні нові desires з поточними intentions?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Commitment: агент НЕ кидає intention при першій зміні!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Single-minded: виконує до успіху або неможливості.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422B"/>
                </a:solidFill>
              </a:rPr>
              <a:t>BDI: Ієрархія desires для БПЛА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173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Desires мають ПРІОРИТЕТИ. Для БПЛА типова ієрархія: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2801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enum DesireCategory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Safety = 4,      // Найвищий: уникнути катастрофи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Survival = 3,    // Зберегти агента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Mission = 2,     // Виконати завдання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Efficiency = 1,  // Оптимізація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Приклади desires за категоріями: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Safety (пріоритет ~250):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AvoidCollision, EvadeHostileFire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Survival (пріоритет ~200):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ReturnToBase (при battery &lt; 20%), MaintainComms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Mission (пріоритет ~100):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CompletePatrol, DestroyTarget, ProvideSupport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Efficiency (пріоритет ~50):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OptimizePath, ConserveEnergy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Правило: Safety ЗАВЖДИ переважає Mission!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Навіть якщо ціль перед носом — якщо батарея 5%, летимо на базу.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999232"/>
            <a:ext cx="8046720" cy="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Це формалізація: "Безпека важливіша за місію."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422B"/>
                </a:solidFill>
              </a:rPr>
              <a:t>Порівняння трьох архітектур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201168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223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Критерій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Actor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ECS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BDI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Масштаб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~10K акторів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~1M сутностей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~100-1K агентів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Фокус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Ізоляція, комунікація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Продуктивність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Інтелект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Стан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Приватний в акторі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Спільний (Components)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BeliefBase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Логіка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handle() method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Systems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Deliberation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Комунікація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Messages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Events, Resources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Beliefs update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Parallelism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Per-actor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Per-system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Per-agent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Пояснюваність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Середня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Низька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Висока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Складність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Середня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Низька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Висока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3044952"/>
            <a:ext cx="804672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Немає "найкращої" архітектури — є ПРАВИЛЬНА для задачі.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У реальних МАС часто комбінують!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422B"/>
                </a:solidFill>
              </a:rPr>
              <a:t>Гібридна архітектура рою БПЛА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173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У реальній системі — комбінація трьох підходів: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25880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┌─────────────────────────────────────────────────────────┐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BDI Layer (Командири)                                  │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• Командир рою — стратегічні рішення                   │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• Командири груп — тактичні рішення                    │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Beliefs-Desires-Intentions, планування                 │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├─────────────────────────────────────────────────────────┤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Actor Layer (Координація)                              │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• Coordinator actor — розподіл задач                   │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• EventBus — broadcast подій                           │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Message passing, ізоляція                              │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├─────────────────────────────────────────────────────────┤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ECS Layer (Фізика)                                     │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• Position, Velocity, Battery — components             │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• movement_system, collision_system — systems          │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Cache-friendly batch processing                        │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└─────────────────────────────────────────────────────────┘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8229600" cy="5029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16352"/>
            <a:ext cx="804672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ECS — 1000 дронів з ефективною фізикою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Actor — координація та комунікація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BDI — інтелектуальні рішення командирів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Повна архітектура системи рою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SwarmSystem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ECS World — фізика та стан всіх дронів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world: bevy_ecs::World,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schedule: bevy_ecs::Schedule,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Actor handles — комунікація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coordinator: CoordinatorHandle,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drones: HashMap&lt;DroneId, DroneHandle&gt;,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BDI commanders — інтелект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swarm_commander: BDIAgent,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group_commanders: HashMap&lt;GroupId, BDIAgent&gt;,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Async infrastructure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event_bus: broadcast::Sender&lt;SwarmEvent&gt;,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telemetry: mpsc::Receiver&lt;Telemetry&gt;,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shutdown: CancellationToken,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SwarmSystem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tick(&amp;mut 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1. ECS: оновити фізику всіх дронів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self.schedule.run(&amp;mut self.world);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2. Actor: обробити повідомлення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self.coordinator.process_messages().await;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3. BDI: командири приймають рішення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commander in self.group_commanders.values_mut()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actions = commander.tick(perception);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self.execute_commander_actions(actions).await;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422B"/>
                </a:solidFill>
              </a:rPr>
              <a:t>Всі 20 лекцій разом</a:t>
            </a:r>
            <a:endParaRPr lang="en-US" sz="2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242316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1863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Лекції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Технології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Роль у системі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1863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4-5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Vec, HashMap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Дані агентів, BeliefBase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63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6-7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Option, Result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Обробка невизначеності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63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8-9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Traits, Generics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Абстракції Agent, Registry&lt;A&gt;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63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10-11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Box, Rc/Arc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Рекурсивні плани, спільні дані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63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12-13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RefCell, Lifetimes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Interior mutability, views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63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14-15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Threads, Arc&lt;Mutex&gt;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Паралельні агенти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63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16-17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Channels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Message passing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63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18-19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async/await, Tokio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Масштабування до 10,000+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63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20-21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Async channels, Streams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Комунікація, телеметрія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63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22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Actor Model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Ізоляція, координація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63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23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ECS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Фізика, масові симуляції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63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24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BDI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Інтелектуальні командири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422B"/>
                </a:solidFill>
              </a:rPr>
              <a:t>Фінальний підсумок курсу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688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20 лекцій → Production-ready мультиагентна система: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✅ Структури даних (4-9)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Vec, HashMap, Option, Result, Traits, Generics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→ Моделювання даних та абстракцій агента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✅ Керування пам'яттю (10-13)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Box, Rc/Arc, RefCell, Lifetimes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→ Складні структури, спільні дані, безпечні посилання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✅ Паралелізм (14-21)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Threads, Channels, async/await, Tokio, Streams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→ Від 100 до 100,000 агентів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✅ Архітектури (20-24)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Actor Model, ECS, BDI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→ Ізоляція + Масштаб + Інтелект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Результат: Рій БПЛА з гібридною архітектурою,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що масштабується, надійний та інтелектуальний.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🦀 + 🤖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E422B"/>
                </a:solidFill>
              </a:rPr>
              <a:t>Rust + МАС = Production-Ready!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D4D4"/>
                </a:solidFill>
              </a:rPr>
              <a:t>20 технологій → 3 архітектури → 1 система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2743200"/>
            <a:ext cx="7315200" cy="8229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78892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8080"/>
                </a:solidFill>
              </a:rPr>
              <a:t>Структури даних • Smart Pointers • Паралелізм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08080"/>
                </a:solidFill>
              </a:rPr>
              <a:t>Async • Channels • Streams • Actor • ECS • BDI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C9B0"/>
                </a:solidFill>
              </a:rPr>
              <a:t>Питання?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МАС Підсумок Частина 4</dc:title>
  <dc:subject>PptxGenJS Presentation</dc:subject>
  <dc:creator>О.С. Бичков</dc:creator>
  <cp:lastModifiedBy>О.С. Бичков</cp:lastModifiedBy>
  <cp:revision>1</cp:revision>
  <dcterms:created xsi:type="dcterms:W3CDTF">2026-01-02T20:51:22Z</dcterms:created>
  <dcterms:modified xsi:type="dcterms:W3CDTF">2026-01-02T20:51:22Z</dcterms:modified>
</cp:coreProperties>
</file>