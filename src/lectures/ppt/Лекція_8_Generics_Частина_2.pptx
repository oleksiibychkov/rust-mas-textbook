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8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E422B"/>
                </a:solidFill>
              </a:rPr>
              <a:t>Trait Bounds та Where клаузи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Обмеження на параметри типу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bounds • where • Sized • lifetimes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обмеження для агентів, серіалізація, порівняння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Trait bounds та просунуті патерни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Навіщо потрібні bounds?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Синтаксис trait bounds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Множинні bounds (+)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where клаузи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Bounds на асоційовані типи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impl Trait в аргументах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impl Trait у поверненні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Sized trait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?Sized — unsized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Lifetime bounds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Higher-Ranked Trait Bounds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Bounds для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Серіалізація стану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Comparable агенти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Generic координатор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Типові помилки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Навіщо потрібні Trait Bounds?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bounds — T може бути БУДЬ-ЯКИМ типом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print_value&lt;T&gt;(value: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value);  // ❌ Error!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 не обов'язково реалізує Display!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bound — гарантуємо що T реалізує Display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print_value&lt;T: Display&gt;(value: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value);  // ✓ Працює!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Ще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largest&lt;T&gt;(list: &amp;[T]) -&gt; &amp;T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largest = &amp;list[0];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list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item &gt; largest {  // ❌ Error! T не обов'язково порівнюваний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largest = item;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bound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largest&lt;T: PartialOrd&gt;(list: &amp;[T]) -&gt; &amp;T { ... }  // 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Bounds обмежують T до типів з потрібною функціональністю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Синтаксис Trait Bounds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Синтаксис 1: Після параметра типу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function&lt;T: TraitName&gt;(arg: T)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Синтаксис 2: impl Trait (скорочення)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function(arg: impl TraitName)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Обидва еквівалентні!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debug_print&lt;T: Debug&gt;(item: &amp;T)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clone_and_print&lt;T: Clone + Display&gt;(item: &amp;T)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copy = item.clone();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copy);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Структури з bounds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Wrapper&lt;T: Display&gt;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Методи з bounds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impl&lt;T: Clone&gt; MyStruct&lt;T&gt;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duplicate(&amp;self) -&gt; Self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Множинні Trait Bounds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для комбінації кількох traits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process&lt;T: Clone + Debug + Display&gt;(item: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copy = item.clone();       // Clone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copy);        // Debug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copy);          // Display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Різні bounds для різних параметрів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compare_and_display&lt;T: PartialOrd, U: Display&gt;(a: T, b: T, label: U)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 &lt; b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println!("{}: a &lt; b", label);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з багатьма traits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serialize_and_hash&lt;T&gt;(item: &amp;T) -&gt; u64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Serialize + Hash + Debug,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println!("Serializing: {:?}",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json = serde_json::to_string(item).unwrap();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calculate_hash(item)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Where клаузи — читабельні bounds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Проблема: bounds у сигнатурі стають нечитабельними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some_function&lt;T: Display + Clone, U: Clone + Debug, V: PartialOrd + Hash&gt;(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T, u: U, v: 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where клауза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some_function&lt;T, U, V&gt;(t: T, u: U, v: V) -&gt; i32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Display + Clone,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U: Clone + Debug,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V: PartialOrd + Hash,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where дозволяє складніші bounds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process&lt;T, F&gt;(items: T, f: 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IntoIterator,           // T — ітерабельний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T::Item: Display,          // Елементи T реалізують Display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F: Fn(&amp;T::Item) -&gt; bool,   // F — функція-предикат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items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f(&amp;item)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Bounds на асоційовані типи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Асоційований тип з bound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Container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Item;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get(&amp;self, index: usize) -&gt; Option&lt;&amp;Self::Item&gt;;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Функція з bound на асоційований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print_first&lt;C&gt;(container: &amp;C)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C: Container,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C::Item: Display,  // Bound на асоційований тип!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let Some(item) = container.get(0)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println!("First: 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Iterator з bound на Item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sum_positive&lt;I&gt;(iter: I) -&gt; i32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I: Iterator&lt;Item = i32&gt;,  // Item = i32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iter.filter(|x| *x &gt; 0).sum()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коротше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sum_positive(iter: impl Iterator&lt;Item = i32&gt;)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iter.filter(|x| *x &gt; 0).sum()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impl Trait в аргументах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Trait — синтаксичний цукор для простих bounds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Ці дві функції еквівалентні: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print_debug&lt;T: Debug&gt;(item: &amp;T)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print_debug(item: &amp;impl Debug)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Trait зручний для closures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apply&lt;F: Fn(i32) -&gt; i32&gt;(f: F, x: i32)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f(x)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apply(f: impl Fn(i32) -&gt; i32, x: i32)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f(x)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використовувати що?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Trait — простіший синтаксис для одного параметра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&lt;T: Trait&gt; — коли T використовується в кількох місцях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compare&lt;T: PartialOrd&gt;(a: &amp;T, b: &amp;T)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&lt; b  // T в кількох місцях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impl Trait у поверненні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Trait у return — приховує конкретний тип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Повертаємо "щось що реалізує Iterator"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even_numbers() -&gt; impl Iterator&lt;Item = i32&gt;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(0..).filter(|x| x % 2 ==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impl Trait тип був би жахливим: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std::iter::Filter&lt;std::ops::RangeFrom&lt;i32&gt;, fn(&amp;i32) -&gt; bool&gt;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closures (унікальний тип)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make_adder(n: i32) -&gt; impl Fn(i32)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 |x| x +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add_5 = make_adder(5);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add_5(10));  // 15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Обмеження: завжди один конкретний тип!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get_animal(is_dog: bool) -&gt; impl Animal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is_dog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Dog  //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  // ❌ Error! Різні типи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Sized trait — розмір на компіляції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Sized — marker trait для типів з відомим розміром на компіляції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НЕЯВНО додається до всіх generic параметрів!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Це: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foo&lt;T&gt;(x: T)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Насправді означає: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foo&lt;T: Sized&gt;(x: T) {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Типи з відомим розміром: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i32, f64, bool, char, [T; N], structs, enums...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Типи БЕЗ відомого розміру (DST - Dynamically Sized Types):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 — рядковий slice (не &amp;str!)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[T] — slice (не &amp;[T]!)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dyn Trait — trait object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DST можна використовувати тільки через посилання або Box: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takes_str(s: &amp;str) { }           // ✓ &amp;str має фіксований розмір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takes_slice(s: &amp;[i32]) { }       // ✓ &amp;[T] має фіксований розмір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takes_dyn(a: &amp;dyn Animal) { }    // ✓ &amp;dyn має фіксований розмір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takes_box(a: Box&lt;dyn Animal&gt;) {} // ✓ Box має фіксований розмір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?Sized — дозвіл unsized типів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?Sized — "можливо не Sized", знімає неявний Sized bound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 замовчуванням T: Sized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foo&lt;T&gt;(x: &amp;T) { }  // T повинен бути Sized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?Sized дозволяє DST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foo&lt;T: ?Sized&gt;(x: &amp;T) { }  // T може бути unsized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print_it&lt;T: Display&gt;(item: &amp;T)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print_it(&amp;"hello");  // ✓ &amp;str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print_it::&lt;str&gt;(&amp;"hello");  // ❌ str не Sized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?Sized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print_it&lt;T: Display + ?Sized&gt;(item: &amp;T)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print_it::&lt;str&gt;("hello");  // ✓ Тепер працює!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Стандартна бібліотека використовує ?Sized: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impl&lt;T: ?Sized&gt; AsRef&lt;T&gt; for T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impl&lt;T: ?Sized&gt; Borrow&lt;T&gt; for T { ... 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Lifetime bounds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Lifetime як bound — T має жити принаймні 'a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longest&lt;'a, T&gt;(x: &amp;'a T, y: &amp;'a T) -&gt; &amp;'a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PartialOrd,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&gt; y { x } else { 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T: 'a — T може містити посилання, але вони мають жити 'a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Wrapper&lt;'a, T: 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reference: &amp;'a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T: 'static — T не містить non-static посилань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spawn_thread&lt;T: Send + 'static&gt;(data: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data використовується в новому потоці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Lifetime + trait bounds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process&lt;'a, T&gt;(item: &amp;'a 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Display + 'a,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Higher-Ranked Trait Bounds (HRTB)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HRTB — для функцій що працюють з будь-яким lifetime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Проблема: closure що приймає посилання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apply_to_ref&lt;F&gt;(f: 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F: Fn(&amp;i32) -&gt; i32,  // Який lifetime у &amp;i32?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x 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f(&amp;x);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HRTB: for&lt;'a&gt; — "для будь-якого lifetime 'a"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apply_to_ref&lt;F&gt;(f: 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F: for&lt;'a&gt; Fn(&amp;'a i32) -&gt;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x 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result = f(&amp;x);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 практиці Rust виводить це автоматично для Fn traits: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apply_to_ref(f: impl Fn(&amp;i32) -&gt; i32)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Компілятор додає for&lt;'a&gt; неявно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apply_to_ref(|x| x + 1);  // 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HRTB рідко потрібні явно — компілятор зазвичай виводить їх сам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Trait bounds для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std::fmt::Debug;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serde::{Serialize, Deserialize};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Вимоги до стану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AgentState: Clone + Debug + Default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Вимоги до повідомлень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Message: Clone + Debug + Send + Sync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Generic агент з bounded типами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Agent&lt;S, M&gt;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S: AgentState,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M: Message,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inbox: Vec&lt;M&gt;,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outbox: Vec&lt;(u32, M)&gt;,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impl&lt;S, M&gt; Agent&lt;S, M&gt;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S: AgentState,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M: Message,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new(id: u32)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state: S::default(),  // Можливо завдяки Default bound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inbox: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outbox: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clone_state(&amp;self) -&gt; 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self.state.clone()  // Можливо завдяки Clone bound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Серіалізація стану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serde::{Serialize, Deserialize, de::DeserializeOwned};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Персистентний агент — можна зберігати/відновлювати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Persistent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save(&amp;self) -&gt; Result&lt;Vec&lt;u8&gt;, SaveError&gt;;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load(data: &amp;[u8]) -&gt; Result&lt;Self, LoadError&gt;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Self: Sized;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Generic реалізація для всіх Serialize + DeserializeOwned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Persistent for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Serialize + DeserializeOwned,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save(&amp;self) -&gt; Result&lt;Vec&lt;u8&gt;, SaveError&gt;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bincode::serialize(self).map_err(SaveError::from)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load(data: &amp;[u8]) -&gt; Result&lt;Self, LoadError&gt;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bincode::deserialize(data).map_err(LoadError::from)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Будь-який Serialize + Deserialize автоматично Persistent!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#[derive(Serialize, Deserialize)]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DroneState { position: Position, battery: u8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state = DroneState { /* ... */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bytes = state.save()?;  // ✓ Працює автоматично!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Comparable агенти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std::cmp::Ordering;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Агент що можна порівнювати за пріоритетом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Prioritized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priority(&amp;self) -&gt; u8;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Пріоритетна черга для будь-яких Prioritized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PriorityQueue&lt;T: Prioritized&gt;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items: Vec&lt;T&gt;,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impl&lt;T: Prioritized&gt; PriorityQueue&lt;T&gt;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PriorityQueue { items: Vec::new()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push(&amp;mut self, item: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self.items.push(item);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self.items.sort_by(|a, b| b.priority().cmp(&amp;a.priority()));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pop_highest(&amp;mut self) -&gt; Option&lt;T&gt;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self.items.is_empty()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Some(self.items.remove(0))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Працює для Mission, Command, Message...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Prioritized for 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priority(&amp;self) -&gt; u8 { self.urgency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Generic координатор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Trait для типів, що можуть бути агентами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AgentLike: Debug + Send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id(&amp;self) -&gt; u32;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tick(&amp;mut self);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is_active(&amp;self) -&gt; bool;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Generic координатор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Coordinator&lt;A&gt;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A: AgentLike,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HashMap&lt;u32, A&gt;,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tick_count: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impl&lt;A: AgentLike&gt; Coordinator&lt;A&gt;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tick_count: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register(&amp;mut self, agent: 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id = agent.id();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self.agents.insert(id, agent);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tick_all(&amp;mut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self.tick_count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agent in self.agents.values_mut()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agent.is_active()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agent.tick();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Generic фабрика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Trait для створення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AgentFactory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Agent: AgentLike;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Config;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create(&amp;self, id: u32, config: Self::Config) -&gt; Self::Agent;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Фабрика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DroneFactory;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AgentFactory for DroneFactory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Agent = Drone;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Config = DroneConfig;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create(&amp;self, id: u32, config: DroneConfig) -&gt;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Drone::new(id, 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Generic spawner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spawn_agents&lt;F, C&gt;(factory: &amp;F, configs: Vec&lt;C&gt;) -&gt; Vec&lt;F::Agent&gt;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F: AgentFactory&lt;Config = C&gt;,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.into_iter()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.enumerate()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.map(|(i, config)| factory.create(i as u32, config))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factory = DroneFactory;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drones = spawn_agents(&amp;factory, vec![config1, config2, config3]);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Generic обробники повідомлень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Trait для обробки повідомлень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MessageHandler&lt;M&gt;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Response;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handle(&amp;mut self, message: M) -&gt; Self::Response;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Дрон обробляє різні типи повідомлень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MessageHandler&lt;MoveCommand&gt; for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Response = Result&lt;Position, MoveError&gt;;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handle(&amp;mut self, cmd: MoveCommand) -&gt; Self::Response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self.move_to(cmd.destination)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MessageHandler&lt;ScanCommand&gt; for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Response = Result&lt;ScanResult, SensorError&gt;;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handle(&amp;mut self, cmd: ScanCommand) -&gt; Self::Response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self.scan_area(cmd.area)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Generic dispatch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dispatch&lt;A, M&gt;(agent: &amp;mut A, message: M) -&gt; A::Response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A: MessageHandler&lt;M&gt;,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agent.handle(message)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Blanket implementations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Blanket impl — реалізація для всіх типів з певним bound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зі стандартної бібліотеки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ToString реалізований для ВСІХ Display типів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impl&lt;T: Display&gt; ToString for 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to_string(&amp;self)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format!("{}", self)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Власний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Describable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describe(&amp;self) -&gt;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Blanket impl для всіх Debug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impl&lt;T: Debug&gt; Describable for 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describe(&amp;self)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format!("Value: {:?}", self)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ВСЕ з Debug автоматично має describe()!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 = 42;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num.describe());  // "Value: 42"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vec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vec.describe());  // "Value: [1, 2, 3]"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з generics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bound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print&lt;T&gt;(x: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x); //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Додайте T: Display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Турбофіш там де не треба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v: Vec&lt;i32&gt; = Vec::&lt;i32&gt;::new();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Достатньо одного: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v: Vec&lt;i32&gt; = Vec::new();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Orphan rule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Display for Vec&lt;T&gt;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Чужий trait для чужого типу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Занадто складні bounds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f&lt;T: A+B+C+D+E+F&gt;(x: 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Використайте where!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Читайте повідомлення компілятора — він підкаже яких bounds не вистачає!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Коли що використовувати?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Ситуація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Рішення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Приклад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Простий bound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&lt;T: Trait&gt;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f&lt;T: Clone&gt;(x: 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Аргумент функції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impl Trait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fn f(x: impl Debug)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Кілька параметрів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where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where T: A, U: 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Повернення складного типу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impl Trait return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-&gt; impl Iterator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Гетерогенна колекція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dyn Trait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Vec&lt;Box&lt;dyn Agent&gt;&gt;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DST параметри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?Sized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&lt;T: ?Sized&gt;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Thread-safe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Send + Sync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&lt;T: Send + Sync&gt;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Практичні поради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Починайте без bounds — додавайте коли компілятор вимагає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where для читабельності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impl Trait для простих випадків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Документуйте чому саме такі bounds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додавайте зайві bounds "про запас"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ускладнюйте без потреби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Уникайте глибоко вкладених generics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Clone + Debug — мінімум для стану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Send + Sync — для багатопотоковості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Serialize — для персистентності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PartialOrd — для пріоритетних черг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Default — для ініціалізації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Generics — параметризація типами: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&lt;T&gt; для функцій, структур, enum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Zero-cost через monomorphization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Trait Bounds: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&lt;T: Trait&gt; обмежує можливі типи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+ для кількох traits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where для читабельності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Спеціальні bounds: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Sized — розмір відомий (неявний)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?Sized — дозволяє DST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'static — для потоків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generic контейнери, координатори, фабрики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Lifetimes — час життя посилань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Базове: Створіть generic Stack&lt;T&gt; з push/pop/peek.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Додайте bound T: Clone для методу duplicate_top().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Bounds: Реалізуйте generic find_max&lt;T&gt;(slice: &amp;[T]) -&gt; Option&lt;&amp;T&gt;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з правильними bounds для порівняння.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Registry: Створіть generic Registry&lt;K, V&gt; де: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K: Hash + Eq (для HashMap)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V: Clone + Debug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Методи: register, get, remove, list_all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МАС: Реалізуйте generic Agent&lt;S, M&gt; де: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S: AgentState (Clone + Debug + Default)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M: Message (Clone + Send)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Методи: new, process_message, get_state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Generics • Trait Bounds • Where • Sized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Generics Частина 2</dc:title>
  <dc:subject>PptxGenJS Presentation</dc:subject>
  <dc:creator>О.С. Бичков</dc:creator>
  <cp:lastModifiedBy>О.С. Бичков</cp:lastModifiedBy>
  <cp:revision>1</cp:revision>
  <dcterms:created xsi:type="dcterms:W3CDTF">2026-01-02T17:26:29Z</dcterms:created>
  <dcterms:modified xsi:type="dcterms:W3CDTF">2026-01-02T17:26:29Z</dcterms:modified>
</cp:coreProperties>
</file>