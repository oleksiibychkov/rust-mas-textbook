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08080"/>
                </a:solidFill>
              </a:rPr>
              <a:t>Лекція 24 (продовження)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E422B"/>
                </a:solidFill>
              </a:rPr>
              <a:t>BDI: Реалізація на Rust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EC9B0"/>
                </a:solidFill>
              </a:rPr>
              <a:t>Повний BDI-агент БПЛА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08080"/>
                </a:solidFill>
              </a:rPr>
              <a:t>BeliefBase • PlanLibrary • Deliberation • Execution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828800" y="2743200"/>
            <a:ext cx="5486400" cy="5486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7" name="Text 5"/>
          <p:cNvSpPr/>
          <p:nvPr/>
        </p:nvSpPr>
        <p:spPr>
          <a:xfrm>
            <a:off x="1920240" y="28346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🤖 Production-ready BDI-агент для симуляції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CDCAA"/>
                </a:solidFill>
              </a:rPr>
              <a:t>Частина 2: Практична реалізація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297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080"/>
                </a:solidFill>
              </a:rPr>
              <a:t>О. С. Бичков • 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План (Частина 2)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931920" cy="20116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3749040" cy="1865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1. Структура проєкту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2. Core types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3. BeliefBase реалізація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4. Desire та Goal types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5. Intention та Plan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6. PlanLibrary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7. BDI Agent struct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8. Belief Revision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389120" y="868680"/>
            <a:ext cx="4297680" cy="20116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6" name="Text 4"/>
          <p:cNvSpPr/>
          <p:nvPr/>
        </p:nvSpPr>
        <p:spPr>
          <a:xfrm>
            <a:off x="4480560" y="941832"/>
            <a:ext cx="4114800" cy="1865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9. Deliberation Engine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10. Plan Execution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11. 🤖 BDI Drone Agent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12. 🤖 Patrol Plan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13. 🤖 Combat Plan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14. 🤖 Integration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15. Testing BDI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16. Підсумок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Структура проєкту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bdi_agent/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Cargo.toml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src/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main.rs              # Entry point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lib.rs               # Public API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beliefs/             # Belief system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mod.rs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belief_base.rs   # BeliefBase struct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perception.rs    # Sensor processing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└── revision.rs      # Belief revision function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desires/             # Desire/Goal system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mod.rs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desire.rs        # Desire enum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└── priority.rs      # Priority calculation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intentions/          # Intention system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mod.rs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intention.rs     # Intention struct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└── commitment.rs    # Commitment strategies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plans/               # Planning system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mod.rs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plan.rs          # Plan struct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library.rs       # Plan library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└── execution.rs     # Plan executor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deliberation/        # Deliberation engine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mod.rs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└── engine.rs        # Option generation, filtering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agent/               # BDI Agent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├── mod.rs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└── drone.rs         # Drone-specific agent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tests/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integration.rs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Core Types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src/lib.rs - Core types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glam::Vec3;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std::time::Instant;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Унікальний ідентифікатор агента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#[derive(Debug, Clone, Copy, PartialEq, Eq, Hash)]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struct AgentId(pub u64);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Позиція в 3D просторі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#[derive(Debug, Clone, Copy, Default)]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struct Position(pub Vec3);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Ідентифікатор цілі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#[derive(Debug, Clone, Copy, PartialEq, Eq, Hash)]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struct TargetId(pub u64);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Рівень загрози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#[derive(Debug, Clone, Copy, PartialEq, Eq, PartialOrd, Ord)]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enum ThreatLevel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None,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Low,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Medium,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High,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Critical,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Результат виконання дії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#[derive(Debug, Clone)]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enum ActionResult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Success,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InProgress,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Failed(String),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Blocked,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Час симуляції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#[derive(Debug, Clone, Copy)]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struct SimTime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tick: u64,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elapsed: f32,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delta: f32,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BeliefBase — база переконань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src/beliefs/belief_base.rs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std::collections::HashMap;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База переконань агента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#[derive(Debug, Clone)]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struct BeliefBase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=== Власний стан ===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self_position: Position,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self_velocity: Vec3,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battery_level: u8,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health: i32,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is_armed: bool,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=== Середовище ===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known_targets: HashMap&lt;TargetId, TargetBelief&gt;,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known_obstacles: Vec&lt;ObstacleBelief&gt;,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known_agents: HashMap&lt;AgentId, AgentBelief&gt;,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no_fly_zones: Vec&lt;Area&gt;,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=== Місія ===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mission_area: Option&lt;Area&gt;,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waypoints: Vec&lt;Position&gt;,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current_waypoint_index: usize,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base_position: Position,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=== Метадані ===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last_update: Instant,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confidence: f32,  // 0.0 - 1.0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#[derive(Debug, Clone)]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struct TargetBelief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id: TargetId,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position: Position,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velocity: Option&lt;Vec3&gt;,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threat_level: ThreatLevel,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last_seen: Instant,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confidence: f32,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BeliefBase — методи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BeliefBase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fn new(start_position: Position, base: Position) -&gt; Self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BeliefBase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self_position: start_position,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self_velocity: Vec3::ZERO,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battery_level: 100,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health: 100,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is_armed: true,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known_targets: HashMap::new(),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known_obstacles: Vec::new(),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known_agents: HashMap::new(),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no_fly_zones: Vec::new(),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mission_area: None,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waypoints: Vec::new(),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current_waypoint_index: 0,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base_position: base,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last_update: Instant::now(),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confidence: 1.0,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Перевірка умови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fn check(&amp;self, condition: &amp;Condition) -&gt; bool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match condition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Condition::BatteryAbove(level) =&gt; self.battery_level &gt; *level,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Condition::BatteryBelow(level) =&gt; self.battery_level &lt; *level,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Condition::TargetInRange(range)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self.known_targets.values()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.any(|t| self.self_position.distance_to(&amp;t.position) &lt; *range)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Condition::AtPosition(pos, tolerance)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self.self_position.distance_to(pos) &lt; *tolerance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Condition::HasWaypoints =&gt; !self.waypoints.is_empty(),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Condition::NoThreats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!self.known_targets.values().any(|t| t.threat_level &gt;= ThreatLevel::Medium)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Desire — бажання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src/desires/desire.rs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Типи бажань агента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#[derive(Debug, Clone, PartialEq)]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enum Desire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=== Achieve Goals ===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ReachPosition(Position),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DestroyTarget(TargetId),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CompletePatrol,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ReturnToBase,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=== Maintain Goals ===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MaintainAltitude(f32),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KeepDistance(AgentId, f32),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StayInArea(Area),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=== Avoid Goals ===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AvoidPosition(Position, f32),  // position, radius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AvoidCollision,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EvadeThreats,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=== Query Goals ===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ScanArea(Area),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LocateTarget(TargetId),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Бажання з пріоритетом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#[derive(Debug, Clone)]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struct PrioritizedDesire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desire: Desire,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priority: u8,       // 0 = lowest, 255 = highest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category: DesireCategory,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deadline: Option&lt;Instant&gt;,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#[derive(Debug, Clone, Copy, PartialEq, Eq, PartialOrd, Ord)]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enum DesireCategory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Safety = 4,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Survival = 3,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Mission = 2,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Efficiency = 1,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Обчислення пріоритету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src/desires/priority.rs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PrioritizedDesire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fn new(desire: Desire, beliefs: &amp;BeliefBase) -&gt; Self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(priority, category) = calculate_priority(&amp;desire, beliefs);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PrioritizedDesire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desire,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priority,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category,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deadline: None,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calculate_priority(desire: &amp;Desire, beliefs: &amp;BeliefBase) -&gt; (u8, DesireCategory)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match desire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Safety - найвищий пріоритет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Desire::AvoidCollision =&gt; (255, DesireCategory::Safety),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Desire::EvadeThreats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let threat_level = beliefs.known_targets.values()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.map(|t| t.threat_level)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.max()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.unwrap_or(ThreatLevel::None);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let priority = match threat_level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ThreatLevel::Critical =&gt; 250,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ThreatLevel::High =&gt; 230,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ThreatLevel::Medium =&gt; 200,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_ =&gt; 150,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(priority, DesireCategory::Safety)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Survival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Desire::ReturnToBase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let priority = if beliefs.battery_level &lt; 20 { 220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else if beliefs.battery_level &lt; 50 { 150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else { 50 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(priority, DesireCategory::Survival)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Mission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Desire::CompletePatrol =&gt; (100, DesireCategory::Mission),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Desire::DestroyTarget(_) =&gt; (120, DesireCategory::Mission),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Efficiency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_ =&gt; (50, DesireCategory::Efficiency),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Intention — намір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src/intentions/intention.rs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crate::plans::Plan;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Намір агента (Desire + Plan + Status)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#[derive(Debug, Clone)]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struct Intention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Унікальний 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id: IntentionId,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Бажання яке реалізуємо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goal: Desire,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План досягнення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plan: Plan,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Поточний крок плану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current_step: usize,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Статус виконання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status: IntentionStatus,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Умови при яких скидаємо intention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drop_conditions: Vec&lt;Condition&gt;,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Час створення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created_at: Instant,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Пріоритет (наслідується від desire)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priority: u8,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#[derive(Debug, Clone, Copy, PartialEq, Eq)]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enum IntentionStatus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Active,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Suspended,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Succeeded,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Failed,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Dropped,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#[derive(Debug, Clone, Copy, PartialEq, Eq, Hash)]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struct IntentionId(pub u64);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Intention — методи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Intention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fn new(goal: Desire, plan: Plan, priority: u8) -&gt; Self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static COUNTER: std::sync::atomic::AtomicU64 = std::sync::atomic::AtomicU64::new(0);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Intention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id: IntentionId(COUNTER.fetch_add(1, std::sync::atomic::Ordering::Relaxed)),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goal,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plan,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current_step: 0,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status: IntentionStatus::Active,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drop_conditions: Vec::new(),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created_at: Instant::now(),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priority,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Чи має бути скинутий намір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fn should_drop(&amp;self, beliefs: &amp;BeliefBase) -&gt; bool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self.drop_conditions.iter().any(|c| beliefs.check(c))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Чи завершено виконання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fn is_finished(&amp;self) -&gt; bool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matches!(self.status,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IntentionStatus::Succeeded |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IntentionStatus::Failed |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IntentionStatus::Dropped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Отримати поточну дію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fn current_action(&amp;self) -&gt; Option&lt;&amp;Action&gt;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self.plan.steps.get(self.current_step).and_then(|step|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let PlanStep::Action(action) = step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Some(action)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 else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None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Перейти до наступного кроку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fn advance(&amp;mut self)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self.current_step += 1;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self.current_step &gt;= self.plan.steps.len()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self.status = IntentionStatus::Succeeded;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Plan — план дій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src/plans/plan.rs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План досягнення цілі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#[derive(Debug, Clone)]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struct Plan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name: String,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steps: Vec&lt;PlanStep&gt;,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Крок плану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#[derive(Debug, Clone)]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enum PlanStep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Примітивна дія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Action(Action),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Підціль (рекурсивне планування)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Subgoal(Desire),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Умовне виконання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IfThen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condition: Condition,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then_step: Box&lt;PlanStep&gt;,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else_step: Option&lt;Box&lt;PlanStep&gt;&gt;,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Цикл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condition: Condition,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body: Box&lt;PlanStep&gt;,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Послідовність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Sequence(Vec&lt;PlanStep&gt;),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Паралельне виконання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Parallel(Vec&lt;PlanStep&gt;),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Примітивна дія агента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#[derive(Debug, Clone)]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enum Action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MoveTo(Position),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SetVelocity(Vec3),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SetAltitude(f32),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Hover,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Fire(TargetId),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Scan(f32),  // radius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Report(String),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Wait(f32),  // seconds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PlanLibrary — бібліотека планів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src/plans/library.rs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Шаблон плану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#[derive(Debug, Clone)]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struct PlanTemplate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name: String,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trigger: Desire,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context: Vec&lt;Condition&gt;,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body: Vec&lt;PlanStep&gt;,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Бібліотека планів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struct PlanLibrary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templates: Vec&lt;PlanTemplate&gt;,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PlanLibrary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fn new() -&gt; Self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PlanLibrary { templates: Vec::new()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fn add_template(&amp;mut self, template: PlanTemplate)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self.templates.push(template);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Знайти план для бажання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fn find_plan(&amp;self, desire: &amp;Desire, beliefs: &amp;BeliefBase) -&gt; Option&lt;Plan&gt;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self.templates.iter()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.filter(|t| t.matches_trigger(desire))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.filter(|t| t.context_satisfied(beliefs))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.next()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.map(|t| Plan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name: t.name.clone(),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steps: t.body.clone(),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PlanTemplate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matches_trigger(&amp;self, desire: &amp;Desire) -&gt; bool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std::mem::discriminant(&amp;self.trigger) == std::mem::discriminant(desire)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context_satisfied(&amp;self, beliefs: &amp;BeliefBase) -&gt; bool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self.context.iter().all(|c| beliefs.check(c))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Deliberation Engine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src/deliberation/engine.rs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struct DeliberationEngine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plan_library: PlanLibrary,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DeliberationEngine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fn new(plan_library: PlanLibrary) -&gt; Self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DeliberationEngine { plan_library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Генерація можливих бажань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fn generate_options(&amp;self, beliefs: &amp;BeliefBase) -&gt; Vec&lt;PrioritizedDesire&gt;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mut desires = Vec::new();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Завжди: avoid collision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desires.push(PrioritizedDesire::new(Desire::AvoidCollision, beliefs));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Low battery -&gt; return to base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beliefs.battery_level &lt; 20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desires.push(PrioritizedDesire::new(Desire::ReturnToBase, beliefs));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Threats detected -&gt; evade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beliefs.known_targets.values().any(|t| t.threat_level &gt;= ThreatLevel::High)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desires.push(PrioritizedDesire::new(Desire::EvadeThreats, beliefs));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Mission waypoints -&gt; patrol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!beliefs.waypoints.is_empty()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desires.push(PrioritizedDesire::new(Desire::CompletePatrol, beliefs));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Sort by priority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desires.sort_by(|a, b| b.priority.cmp(&amp;a.priority));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desires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Обрати intention з desires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fn deliberate(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&amp;self,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desires: &amp;[PrioritizedDesire],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current_intentions: &amp;[Intention],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beliefs: &amp;BeliefBase,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 -&gt; Option&lt;Intention&gt;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Знайти найпріоритетніше бажання яке ще не є intention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desire in desires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let already_intended = current_intentions.iter()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.any(|i| i.goal == desire.desire &amp;&amp; i.status == IntentionStatus::Active);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!already_intended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if let Some(plan) = self.plan_library.find_plan(&amp;desire.desire, beliefs)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return Some(Intention::new(desire.desire.clone(), plan, desire.priority));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None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BDI Agent — головна структура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src/agent/mod.rs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struct BDIAgent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id: AgentId,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beliefs: BeliefBase,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desires: Vec&lt;PrioritizedDesire&gt;,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intentions: Vec&lt;Intention&gt;,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deliberation: DeliberationEngine,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commitment_strategy: CommitmentStrategy,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Метрики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tick_count: u64,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last_deliberation: Instant,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#[derive(Debug, Clone, Copy)]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enum CommitmentStrategy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Blind,              // Ніколи не переглядає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SingleMinded,       // До успіху або неможливості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OpenMinded,         // Часто переглядає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BDIAgent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fn new(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id: AgentId,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start_pos: Position,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base: Position,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plan_library: PlanLibrary,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 -&gt; Self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BDIAgent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beliefs: BeliefBase::new(start_pos, base),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desires: Vec::new(),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intentions: Vec::new(),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deliberation: DeliberationEngine::new(plan_library),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commitment_strategy: CommitmentStrategy::SingleMinded,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tick_count: 0,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last_deliberation: Instant::now(),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BDI Agent — головний цикл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BDIAgent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Головний цикл BDI агента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fn tick(&amp;mut self, perception: Perception) -&gt; Vec&lt;Action&gt;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self.tick_count += 1;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1. Belief Revision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self.update_beliefs(perception);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2. Option Generation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self.desires = self.deliberation.generate_options(&amp;self.beliefs);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3. Review current intentions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self.review_intentions();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4. Deliberate (if needed)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self.should_deliberate()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let Some(new_intention) = self.deliberation.deliberate(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&amp;self.desires,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&amp;self.intentions,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&amp;self.beliefs,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self.intentions.push(new_intention);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self.last_deliberation = Instant::now();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5. Execute intentions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self.execute_intentions()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should_deliberate(&amp;self) -&gt; bool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match self.commitment_strategy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CommitmentStrategy::Blind =&gt; self.intentions.is_empty(),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CommitmentStrategy::SingleMinded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self.intentions.is_empty() ||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self.intentions.iter().all(|i| i.is_finished())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CommitmentStrategy::OpenMinded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self.last_deliberation.elapsed() &gt; Duration::from_millis(100)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Belief Revision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BDIAgent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update_beliefs(&amp;mut self, perception: Perception)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Оновлюємо власний стан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self.beliefs.self_position = perception.position;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self.beliefs.self_velocity = perception.velocity;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self.beliefs.battery_level = perception.battery;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self.beliefs.health = perception.health;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Оновлюємо інформацію про цілі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detected_target in perception.detected_targets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self.beliefs.known_targets.insert(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detected_target.id,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TargetBelief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id: detected_target.id,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position: detected_target.position,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velocity: detected_target.velocity,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threat_level: detected_target.threat_level,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last_seen: Instant::now(),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confidence: 1.0,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Зменшуємо confidence для старих даних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now = Instant::now();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self.beliefs.known_targets.retain(|_, target|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let age = now.duration_since(target.last_seen).as_secs_f32();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target.confidence = (1.0 - age / 30.0).max(0.0);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target.confidence &gt; 0.1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Оновлюємо перешкоди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self.beliefs.known_obstacles = perception.obstacles;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self.beliefs.last_update = now;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Review Intentions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BDIAgent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review_intentions(&amp;mut self)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intention in &amp;mut self.intentions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intention.is_finished()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continue;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// Перевіряємо drop conditions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intention.should_drop(&amp;self.beliefs)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intention.status = IntentionStatus::Dropped;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tracing::debug!(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intention = ?intention.id,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"Intention dropped due to conditions"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continue;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// Перевіряємо чи ціль досягнута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self.goal_achieved(&amp;intention.goal)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intention.status = IntentionStatus::Succeeded;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tracing::info!(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intention = ?intention.id,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goal = ?intention.goal,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"Intention succeeded"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continue;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// Перевіряємо чи ціль все ще можлива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!self.goal_possible(&amp;intention.goal)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intention.status = IntentionStatus::Failed;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tracing::warn!(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intention = ?intention.id,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"Intention failed - goal impossible"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Видаляємо завершені intentions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self.intentions.retain(|i| !i.is_finished());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goal_achieved(&amp;self, goal: &amp;Desire) -&gt; bool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match goal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Desire::ReachPosition(pos) =&gt;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self.beliefs.self_position.distance_to(pos) &lt; 5.0,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Desire::CompletePatrol =&gt;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self.beliefs.waypoints.is_empty(),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_ =&gt; false,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Execute Intentions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BDIAgent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execute_intentions(&amp;mut self) -&gt; Vec&lt;Action&gt;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mut actions = Vec::new();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Сортуємо intentions за пріоритетом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self.intentions.sort_by(|a, b| b.priority.cmp(&amp;a.priority));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Виконуємо найпріоритетніший активний intention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let Some(intention) = self.intentions.iter_mut()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.find(|i| i.status == IntentionStatus::Active)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let Some(step) = intention.plan.steps.get(intention.current_step)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match self.execute_step(step)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StepResult::Action(action)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actions.push(action);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StepResult::Complete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intention.advance();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StepResult::InProgress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// Продовжуємо виконання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StepResult::Failed(reason)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intention.status = IntentionStatus::Failed;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tracing::error!(reason, "Step failed");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actions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execute_step(&amp;self, step: &amp;PlanStep) -&gt; StepResult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match step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PlanStep::Action(action) =&gt; StepResult::Action(action.clone()),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PlanStep::Subgoal(desire)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// Рекурсивне планування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StepResult::InProgress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_ =&gt; StepResult::InProgress,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Plan: Patrol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Створення плану патрулювання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fn create_patrol_plan() -&gt; PlanTemplate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PlanTemplate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name: "patrol_waypoints".to_string(),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trigger: Desire::CompletePatrol,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context: vec![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Condition::BatteryAbove(20),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Condition::HasWaypoints,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],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body: vec![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// Піднятись на робочу висоту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PlanStep::Action(Action::SetAltitude(100.0)),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// Цикл по waypoints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PlanStep::While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condition: Condition::HasWaypoints,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body: Box::new(PlanStep::Sequence(vec![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// Летіти до поточного waypoint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PlanStep::Action(Action::MoveToWaypoint),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// Сканувати область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PlanStep::Action(Action::Scan(100.0)),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// Якщо виявлено ціль - повідомити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PlanStep::IfThen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condition: Condition::TargetDetected,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then_step: Box::new(PlanStep::Action(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Action::Report("Target detected".to_string())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)),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else_step: None,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// Перейти до наступного waypoint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PlanStep::Action(Action::NextWaypoint),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])),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// Патруль завершено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PlanStep::Action(Action::Report("Patrol complete".to_string())),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],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Plan: Combat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fn create_attack_plan() -&gt; PlanTemplate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PlanTemplate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name: "attack_target".to_string(),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trigger: Desire::DestroyTarget(TargetId(0)),  // Wildcard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context: vec![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Condition::BatteryAbove(30),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Condition::IsArmed,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Condition::TargetInRange(500.0),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],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body: vec![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// 1. Наблизитись до цілі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PlanStep::Action(Action::ApproachTarget(200.0)),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// 2. Цикл атаки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PlanStep::While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condition: Condition::TargetAlive,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body: Box::new(PlanStep::Sequence(vec![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// Прицілитись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PlanStep::Action(Action::AimAtTarget),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// Перевірка загроз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PlanStep::IfThen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condition: Condition::UnderFire,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then_step: Box::new(PlanStep::Sequence(vec![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PlanStep::Action(Action::Evade),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PlanStep::Action(Action::Wait(2.0)),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])),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else_step: Some(Box::new(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PlanStep::Action(Action::FireAtTarget)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)),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])),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// 3. Ціль знищено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PlanStep::Action(Action::Report("Target destroyed".to_string())),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// 4. Відступ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PlanStep::Action(Action::ReturnToSafeDistance),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],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fn create_retreat_plan() -&gt; PlanTemplate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PlanTemplate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name: "emergency_retreat".to_string(),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trigger: Desire::ReturnToBase,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context: vec![],  // Завжди доступний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body: vec![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PlanStep::Action(Action::SetMaxSpeed),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PlanStep::Action(Action::MoveToBase),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],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Інтеграція — main.rs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main()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tracing_subscriber::fmt::init();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Створюємо бібліотеку планів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mut plan_library = PlanLibrary::new();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plan_library.add_template(create_patrol_plan());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plan_library.add_template(create_attack_plan());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plan_library.add_template(create_retreat_plan());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plan_library.add_template(create_evade_plan());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Створюємо агента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mut agent = BDIAgent::new(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AgentId(1),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Position(Vec3::new(0.0, 0.0, 50.0)),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Position(Vec3::ZERO),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plan_library,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Встановлюємо waypoints для патрулювання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agent.beliefs.waypoints = vec![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Position(Vec3::new(100.0, 0.0, 50.0)),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Position(Vec3::new(100.0, 100.0, 50.0)),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Position(Vec3::new(0.0, 100.0, 50.0)),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Position(Vec3::new(0.0, 0.0, 50.0)),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Симуляція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tick in 0..1000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perception = get_sensor_data(&amp;agent);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actions = agent.tick(perception);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Виконуємо дії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action in actions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execute_action(&amp;mut agent, action);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std::thread::sleep(Duration::from_millis(16));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Testing BDI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#[cfg(test)]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 tests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 super::*;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#[test]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test_deliberation_low_battery()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mut agent = create_test_agent();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agent.beliefs.battery_level = 15;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desires = agent.deliberation.generate_options(&amp;agent.beliefs);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ReturnToBase має бути високопріоритетним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return_desire = desires.iter()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.find(|d| matches!(d.desire, Desire::ReturnToBase));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assert!(return_desire.is_some());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assert!(return_desire.unwrap().priority &gt; 200);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#[test]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test_intention_creation()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mut agent = create_test_agent();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agent.beliefs.waypoints = vec![Position(Vec3::new(100.0, 0.0, 0.0))];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perception = Perception::default();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agent.tick(perception);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assert!(!agent.intentions.is_empty());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assert!(matches!(agent.intentions[0].goal, Desire::CompletePatrol));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#[test]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test_goal_achieved()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mut agent = create_test_agent();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target_pos = Position(Vec3::new(100.0, 0.0, 0.0));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agent.intentions.push(Intention::new(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Desire::ReachPosition(target_pos),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Plan { name: "test".to_string(), steps: vec![]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100,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Симулюємо досягнення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agent.beliefs.self_position = target_pos;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agent.review_intentions();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assert!(agent.intentions.is_empty());  // Видалено після успіху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Performance Tips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2860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21396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Оптимізація BDI агента: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✅ Deliberation frequency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Не deliberate кожен tick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Використовуйте Single-minded commitment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✅ Plan caching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Кешуйте знайдені плани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Інвалідуйте при зміні beliefs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✅ Lazy evaluation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Обчислюйте пріоритети тільки для топ-N desires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✅ Belief indexing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HashMap для швидкого пошуку targets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Spatial index для позицій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❌ Уникайте: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Глибоких рекурсій в планах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Занадто частого перегляду intentions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Великої кількості drop conditions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Підсумок лекції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42316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2276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BDI реалізація на Rust: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BeliefBase — структура з усіма знаннями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PrioritizedDesire — бажання з пріоритетом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Intention — desire + plan + status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PlanLibrary — бібліотека шаблонів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DeliberationEngine — вибір intentions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Головний цикл: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1. Perception → Belief Revision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2. Generate Options (desires)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3. Review Intentions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4. Deliberate (if needed)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5. Execute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🤖 Плани для БПЛА: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Patrol — патрулювання waypoints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Attack — атака цілі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Retreat — повернення на базу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Завдання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3774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2231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1. Базове (2 години):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Реалізувати BeliefBase та Desire enum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Тести для priority calculation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2. Середнє (4 години):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Повний BDI цикл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3 плани: patrol, return, hover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Логування рішень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3. Складне (8 годин):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Multi-agent BDI система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Комунікація між агентами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Координація через beliefs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4. Challenge (16 годин):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Гібридна архітектура: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Reactive layer для уникнення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BDI layer для планування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Візуалізація decision tree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🦀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E422B"/>
                </a:solidFill>
              </a:rPr>
              <a:t>BDI архітектуру опановано!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4D4D4"/>
                </a:solidFill>
              </a:rPr>
              <a:t>Beliefs • Desires • Intentions • Plans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EC9B0"/>
                </a:solidFill>
              </a:rPr>
              <a:t>Питання?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BDI Частина 2</dc:title>
  <dc:subject>PptxGenJS Presentation</dc:subject>
  <dc:creator>О.С. Бичков</dc:creator>
  <cp:lastModifiedBy>О.С. Бичков</cp:lastModifiedBy>
  <cp:revision>1</cp:revision>
  <dcterms:created xsi:type="dcterms:W3CDTF">2026-01-02T20:12:45Z</dcterms:created>
  <dcterms:modified xsi:type="dcterms:W3CDTF">2026-01-02T20:12:45Z</dcterms:modified>
</cp:coreProperties>
</file>