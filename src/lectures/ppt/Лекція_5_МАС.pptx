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E422B"/>
                </a:solidFill>
              </a:rPr>
              <a:t>МУЛЬТИАГЕНТНІ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E422B"/>
                </a:solidFill>
              </a:rPr>
              <a:t>СИСТЕМИ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D4D4"/>
                </a:solidFill>
              </a:rPr>
              <a:t>Архітектура та реалізація на Rust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0" y="3108960"/>
            <a:ext cx="1371600" cy="4572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3: Від одного агента до рою БПЛА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060"/>
                </a:solidFill>
              </a:rPr>
              <a:t>О. С. Бичков •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План лекції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64008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1. Що таке агент?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" cy="64008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2. Мультиагентні системи (МАС)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68880"/>
            <a:ext cx="45720" cy="64008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3. Архітектури МАС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46120"/>
            <a:ext cx="45720" cy="64008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46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4. Комунікація агентів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914400"/>
            <a:ext cx="45720" cy="640080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5. Паралелізм в Rust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169164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1691640"/>
            <a:ext cx="45720" cy="640080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6. Канали (Channels)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246888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2468880"/>
            <a:ext cx="45720" cy="640080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7. Практичний приклад: рій БПЛА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0" y="3246120"/>
            <a:ext cx="393192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3246120"/>
            <a:ext cx="45720" cy="640080"/>
          </a:xfrm>
          <a:prstGeom prst="rect">
            <a:avLst/>
          </a:prstGeom>
          <a:solidFill>
            <a:srgbClr val="F44747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246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</a:rPr>
              <a:t>8. Застосування МАС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Що таке агент?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Агент — це автономна сутність, яка здатна сприймати середовище та діяти в ньому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для досягнення своїх цілей. Це базовий будівельний блок мультиагентних систем.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2179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45720" cy="62179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35608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Автономність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435608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Агент діє самостійно, без прямого керування людиною. Він сам приймає рішення на основі своїх знань та сприйняття середовища.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62179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45720" cy="62179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21408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9CD6"/>
                </a:solidFill>
              </a:rPr>
              <a:t>Реактивність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121408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Агент сприймає зміни в середовищі через сенсори та реагує на них вчасно. Він адаптується до нових умов.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62179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45720" cy="62179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07208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DCAA"/>
                </a:solidFill>
              </a:rPr>
              <a:t>Проактивність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807208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Агент не лише реагує, а й планує свої дії для досягнення цілей. Він ініціює поведінку самостійно.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62179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474720"/>
            <a:ext cx="45720" cy="621792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93008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86C0"/>
                </a:solidFill>
              </a:rPr>
              <a:t>Соціальність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493008"/>
            <a:ext cx="612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Агент здатний взаємодіяти з іншими агентами через комунікацію, координацію та кооперацію.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Цикл роботи агента: Sense-Think-Act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Кожен агент працює в нескінченному циклі: сприймає середовище, приймає рішення, виконує дію.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Цей простий цикл є основою будь-якого автономного агента.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011680" cy="118872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SENSE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(Сприйняття)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08080"/>
                </a:solidFill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2011680" cy="1188720"/>
          </a:xfrm>
          <a:prstGeom prst="ellipse">
            <a:avLst/>
          </a:prstGeom>
          <a:solidFill>
            <a:srgbClr val="DCDCA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6459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THINK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(Рішення)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1920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08080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2011680" cy="1188720"/>
          </a:xfrm>
          <a:prstGeom prst="ellipse">
            <a:avLst/>
          </a:prstGeom>
          <a:solidFill>
            <a:srgbClr val="CE42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459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(Дія)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7432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Сенсори збирають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інформацію про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середовище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3017520"/>
            <a:ext cx="27432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063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Алгоритм аналізує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дані та обирає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наступну дію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27432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063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Актуатори виконують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обрану дію 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середовищі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Типи агентів за складністю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Агенти класифікуються за складністю їх внутрішньої архітектури та здатністю до навчання: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" cy="71323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16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9955"/>
                </a:solidFill>
              </a:rPr>
              <a:t>Рефлексний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★☆☆☆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2344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Найпростіший тип. Діє за правилами: "якщо умова X, то дія Y". Не має пам'яті про минуле. Приклад: термостат, простий бот.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45720" cy="71323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933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</a:rPr>
              <a:t>Модельний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313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★★☆☆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0116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Має внутрішню модель світу та відстежує стан середовища. Може враховувати історію подій. Приклад: система керування трафіком.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43200"/>
            <a:ext cx="45720" cy="71323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70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DCAA"/>
                </a:solidFill>
              </a:rPr>
              <a:t>Цілеспрямований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090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★★★☆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7889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Має явні цілі та планує послідовність дій для їх досягнення. Може оцінювати альтернативи. Приклад: GPS-навігатор.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20440"/>
            <a:ext cx="45720" cy="713232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47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422B"/>
                </a:solidFill>
              </a:rPr>
              <a:t>BDI-агент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8679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★★★★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5661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Beliefs-Desires-Intentions: має переконання про світ, бажання (цілі) та наміри (плани). Найскладніша архітектура. Приклад: автономний БПЛА.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Мультиагентна система (МАС)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МАС — це система, що складається з множини взаємодіючих агентів, які разом вирішують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задачі, що занадто складні або неможливі для одного агента.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Компоненти МАС: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Агенти — автономні учасники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Середовище — простір, де діють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агенти (фізичний або віртуальний)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Взаємодії — комунікація,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координація, кооперація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Організація — структура ролей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та відносин між агентами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Протоколи — правила взаємодії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</a:rPr>
              <a:t>Переваги МАС: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Масштабованість — легко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додавати нових агентів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Робастність — система працює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навіть при відмові частини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Гнучкість — адаптація до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змін середовища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Паралелізм — агенти діють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одночасно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Модульність — легко тестувати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Приклади мультиагентних систем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422B"/>
                </a:solidFill>
              </a:rPr>
              <a:t>Рій БПЛА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Група дронів координовано виконує місії: розвідка, патрулювання, доставка. Кожен дрон — агент.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DCAA"/>
                </a:solidFill>
              </a:rPr>
              <a:t>Розумна мережа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Smart Grid: агенти керують генерацією, розподілом та споживанням електроенергії.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9CD6"/>
                </a:solidFill>
              </a:rPr>
              <a:t>Транспорт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Автономні автомобілі координують рух, уникають зіткнень, оптимізують трафік.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Логістика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Роботи на складах Amazon координують переміщення товарів та оптимізують маршрути.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46888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💹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3756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9955"/>
                </a:solidFill>
              </a:rPr>
              <a:t>Фінанси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Торгові боти аналізують ринок та виконують транзакції мільйони разів на секунду.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468880"/>
            <a:ext cx="265176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7220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86C0"/>
                </a:solidFill>
              </a:rPr>
              <a:t>Ігри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NPC в іграх, що мають власні цілі та взаємодіють між собою та гравцем.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Архітектури МАС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Існує три основні підходи до організації взаємодії агентів у системі: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422B"/>
                </a:solidFill>
              </a:rPr>
              <a:t>Централізована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1691640"/>
            <a:ext cx="914400" cy="548640"/>
          </a:xfrm>
          <a:prstGeom prst="ellipse">
            <a:avLst/>
          </a:prstGeom>
          <a:solidFill>
            <a:srgbClr val="CE422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6916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237744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237744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+ Простота керування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+ Глобальна оптимізація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- Єдина точка відмови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- Погана масштабованість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Децентралізована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73736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73736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228600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286000"/>
            <a:ext cx="548640" cy="36576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+ Робастність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+ Масштабованість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- Складна координація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- Локальні оптимуми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234440"/>
            <a:ext cx="265176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280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CAA"/>
                </a:solidFill>
              </a:rPr>
              <a:t>Гібридна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95160" y="1691640"/>
            <a:ext cx="731520" cy="457200"/>
          </a:xfrm>
          <a:prstGeom prst="ellipse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2286000"/>
            <a:ext cx="457200" cy="32004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2286000"/>
            <a:ext cx="457200" cy="32004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2286000"/>
            <a:ext cx="457200" cy="320040"/>
          </a:xfrm>
          <a:prstGeom prst="ellipse">
            <a:avLst/>
          </a:prstGeom>
          <a:solidFill>
            <a:srgbClr val="569CD6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+ Баланс переваг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+ Ієрархічна структура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+ Найкраща для БПЛА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- Складніша реалізація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Ієрархія рою БПЛА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Реальний рій БПЛА має гібридну ієрархічну структуру з різними рівнями командування: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143000"/>
            <a:ext cx="2743200" cy="64008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143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Командир рою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011680" cy="54864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Командир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розвідки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2011680"/>
            <a:ext cx="2011680" cy="54864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Командир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бойової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2011680" cy="54864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Командир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зв'язку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2011680"/>
            <a:ext cx="1645920" cy="54864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Центр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рішень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2788920"/>
            <a:ext cx="457200" cy="320040"/>
          </a:xfrm>
          <a:prstGeom prst="ellipse">
            <a:avLst/>
          </a:prstGeom>
          <a:solidFill>
            <a:srgbClr val="4EC9B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Розвідники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Ударні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Ретранслятори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Кожен рівень має автономність: при втраті зв'язку з верхнім рівнем агенти продовжують діяти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Комунікація агентів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Агенти обмінюються інформацією для координації дій. Існує два основні підходи: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3774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4747"/>
                </a:solidFill>
              </a:rPr>
              <a:t>Спільна пам'ять (Shared State)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Агенти читають/пишуть у спільну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структуру даних.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Швидкий доступ до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Складна синхронізація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Можливі race conditions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Важко масштабувати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Приклад: Arc&lt;Mutex&lt;T&gt;&gt; в Rust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2377440"/>
          </a:xfrm>
          <a:prstGeom prst="rect">
            <a:avLst/>
          </a:prstGeom>
          <a:solidFill>
            <a:srgbClr val="1E462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</a:rPr>
              <a:t>Передача повідомлень (Message Passing)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Агенти надсилають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через канали.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Безпечна комунікація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Легко масштабувати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Немає спільного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• Краще для розподілених систем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Приклад: mpsc::channel в Rust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D4D4"/>
                </a:solidFill>
              </a:rPr>
              <a:t>"Do not communicate by sharing memory; share memory by communicating" — Go proverb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Потоки в Rust: std::thread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Кожен агент може працювати в окремому потоці. Rust гарантує безпеку на етапі компіляції: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743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потік для кожного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agent1 =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println!("Агент 1: патрулюю сектор A");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 логіка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agent2 =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println!("Агент 2: патрулюю сектор B");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 логіка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завершення обох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agent1.join().unwrap();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agent2.join().unwrap();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println!("Місія завершена!");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thread::spawn — створює новий потік | .join() — чекає завершення потоку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Arc&lt;Mutex&lt;T&gt;&gt;: спільний стан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спільного доступу до даних між потоками використовуємо Arc (atomic reference counting)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та Mutex (mutual exclusion) для захисту від одночасного доступу: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Спільна карта для всіх агентів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shared_map = Arc::new(Mutex::new(vec![]));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handles: Vec&lt;_&gt; = (0..3).map(|id|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map = Arc::clone(&amp;shared_map);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Блокуємо доступ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data = map.lock().unwrap();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data.push(format!("Agent {} was here", id));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lock автоматично звільняється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}).collect();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handles { h.join().unwrap(); 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0" y="1325880"/>
            <a:ext cx="3017520" cy="2651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1371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Як це працює: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6916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Arc — дозволяє мати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кілька власників даних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у різних потоках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(atomic counting)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Mutex — гарантує, що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лише один потік має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доступ одночасно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lock() — блокує та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повертає MutexGuard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(RAII-патерн)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Канали: Message Passing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Канали дозволяють безпечно передавати повідомлення між потоками без спільного стану.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mpsc = multiple producer, single consumer (багато відправників, один отримувач):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std::sync::mpsc;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Створюємо канал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Агент-розвідник (відправник)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scout =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report = "Ціль виявлена на координатах (10, 20)";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tx.send(report).unwrap();  // Надсилаємо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println!("Розвідник: звіт надіслано");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Командний центр (отримувач)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received = rx.recv().unwrap();  // Чекаємо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println!("Центр отримав: {}", received);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scout.join().unwrap();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Багато агентів → один центр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Клонуємо Sender для кожного агента — всі звіти надходять до одного центру: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743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(tx, rx) = mpsc::channel();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агент отримує клон відправника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id in 0..5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tx_clone = tx.clone();  // Клонуємо Sender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msg = format!("Агент {}: все чисто",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tx_clone.send(msg).unwrap();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drop(tx);  // Закриваємо оригінальний tx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Центр отримує всі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received in rx {  // Ітерація до закриття каналу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println!("Отримано: {}", received);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tx.clone() — можна клонувати відправник | rx — тільки один отримувач (single consumer)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Типізовані повідомлення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Використовуємо enum для різних типів повідомлень — компілятор гарантує обробку всіх: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926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Визначаємо типи повідомлень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AgentMessage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TargetFound { x: f64, y: f64, target_type: String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StatusUpdate { agent_id: u32, battery: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RequestBackup { urgency: u8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Центр обробляє повідомлення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rx.recv().unwrap()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AgentMessage::TargetFound { x, y, target_type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println!("Ціль '{}' на ({}, {})", target_type, x, 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AgentMessage::StatusUpdate { agent_id, battery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println!("Агент {}: заряд {}%", agent_id, battery);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AgentMessage::RequestBackup { urgency }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dispatch_backup(urgency);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AgentMessage::MissionComplete =&gt; { /* ... */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Структура агента на Rust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383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DroneAgent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(f64, f64),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AgentState,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tx: mpsc::Sender&lt;AgentMessage&gt;,  // Канал до центру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DroneAgent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u32, tx: mpsc::Sender&lt;AgentMessage&gt;) -&gt; Self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 { id, position: (0.0, 0.0), battery: 100, state: AgentState::Idle, tx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run(&amp;mut self)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self.sense();    // Сприйняття середовища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self.think();    // Прийняття рішення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self.act();      // Виконання дії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self.report();   // Звіт до центру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self.battery &lt; 10 { break;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thread::sleep(Duration::from_millis(100));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Запуск рою агентів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00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mpsc::channel();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num_agents 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Запускаємо агентів у окремих потоках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handles: Vec&lt;_&gt; = (0..num_agents)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.map(|id|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tx = tx.clone();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thread::spawn(move ||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mut agent = DroneAgent::new(id, tx);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agent.run();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drop(tx);  // Закриваємо оригінальний sender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Командний центр обробляє повідомлення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msg in rx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process_message(msg);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завершення всіх агентів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 in handles { h.join().unwrap();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Actor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Actor Model — популярна парадигма для мультиагентних систем. Кожен актор (агент):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5720" cy="65836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6187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Має приватний стан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26187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Стан актора недоступний ззовні. Інші актори не можуть напряму читати чи змінювати його. Це усуває проблеми з синхронізацією.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45720" cy="65836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9339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</a:rPr>
              <a:t>Обробляє повідомлення послідовно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99339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Актор має mailbox (чергу повідомлень). Повідомлення обробляються по одному, в порядку надходження. Це спрощує логіку.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97480"/>
            <a:ext cx="45720" cy="65836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491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Може створювати інших акторів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72491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Актор може породжувати дочірніх акторів та делегувати їм підзадачі. Це дозволяє будувати ієрархії.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429000"/>
            <a:ext cx="45720" cy="658368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5643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C0"/>
                </a:solidFill>
              </a:rPr>
              <a:t>Може надсилати повідомлення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345643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Єдиний спосіб взаємодії — асинхронні повідомлення. Актор знає адреси інших акторів і може надсилати їм запити.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BDI: Beliefs-Desires-Intentions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BDI — класична архітектура раціональних агентів, натхненна людським мисленням: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BELIEFS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Переконання агента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про стан світу.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Що агент знає: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Позиція цілей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Стан батареї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Погода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Позиції союзників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1188720"/>
            <a:ext cx="2651760" cy="41148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DESIRES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Бажання (цілі)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агента.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Чого агент хоче: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Знайти ціль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Повернутись на базу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Захистити союзника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Зберегти енергію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188720"/>
            <a:ext cx="2651760" cy="41148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INTENTIONS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164592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Наміри — обрані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плани дій.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Що агент робить: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Виконує маршрут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Слідує протоколу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Реалізує стратегію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Координує дії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Цикл BDI: Оновити Beliefs → Обрати Desire → Сформувати Intention → Виконати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BDI агент на Rust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2918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BDIAgent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beliefs: HashMap&lt;String, Value&gt;,   // Знання про світ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desires: Vec&lt;Goal&gt;,                 // Цілі агента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intentions: VecDeque&lt;Plan&gt;,         // Поточні плани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BDIAgent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deliberate(&amp;mut self)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1. Оновлюємо beliefs на основі сенсорів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self.update_beliefs();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2. Переглядаємо desires — чи актуальні?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self.filter_desires();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3. Обираємо найважливіший desire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Some(goal) = self.select_desire()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4. Формуємо план (intention)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plan = self.create_plan(&amp;goal);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self.intentions.push_back(plan);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5. Виконуємо крок поточного плану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Some(plan) = self.intentions.front_mut()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plan.execute_step(&amp;mut self.beliefs);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Координація агентів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Як агенти домовляються про спільні дії? Існує кілька механізмів координації: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" cy="71323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Contract Net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Агент-менеджер оголошує задачу. Інші агенти надсилають "ставки". Менеджер обирає найкращого виконавця. Використовується для розподілу завдань.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45720" cy="71323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1168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9CD6"/>
                </a:solidFill>
              </a:rPr>
              <a:t>Auction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Аукціон для розподілу ресурсів. Агенти конкурують за ресурси через ставки. Переможець отримує ресурс. Ефективно для обмежених ресурсів.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43200"/>
            <a:ext cx="45720" cy="71323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8892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DCAA"/>
                </a:solidFill>
              </a:rPr>
              <a:t>Blackboard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78892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Спільна "дошка", куди агенти пишуть інформацію та читають її. Децентралізована координація через спільне середовище.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20440"/>
            <a:ext cx="45720" cy="713232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6616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86C0"/>
                </a:solidFill>
              </a:rPr>
              <a:t>Token Passing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566160"/>
            <a:ext cx="5852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Токен передається по колу. Агент з токеном має право діяти. Гарантує послідовність та уникає конфліктів.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Async/Await для масштабування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Для тисяч агентів потоки занадто важкі. Async дозволяє легкі задачі без блокування: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1000 агентів як async tasks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tasks: Vec&lt;_&gt; = (0..1000)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.map(|id| tokio::spawn(async move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agent_loop(id).await;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Всі працюють конкурентно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task in tasks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task.await.unwrap();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agent_loop(id: u32)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Неблокуюче очікування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tokio::time::sleep(Duration::from_millis(100)).await;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 логіка агента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Tokio — популярний async runtime для Rust. 1000 агентів = 1000 легких задач, не потоків!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Симуляція vs Реальність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МАС розробляються спочатку в симуляції, потім переносяться на реальне обладнання: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Симуляція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Швидке тестування ідей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Безпечне середовище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Легко відтворити сценарії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Масштабування до тисяч агентів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Візуалізація та аналіз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Інструменти: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Gazebo, Webots (робототехніка)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Unity, Unreal (ігрові)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Власні симулятори на Rust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E422B"/>
                </a:solidFill>
              </a:rPr>
              <a:t>Реальність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Шум сенсорів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Затримки комунікації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Обмежена енергія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Фізичні обмеження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Непередбачувані ситуації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Виклики: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Sim-to-real gap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Реальний час (hard RT)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Надійність обладнання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Підхід: розробка в симуляції → тестування на hardware-in-the-loop → реальні польоти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Безпека мультиагентних систем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МАС, особливо в критичних застосуваннях (військові БПЛА), потребують особливої уваги до безпеки: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5720" cy="65836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Автентифікація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7043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Кожен агент має унікальний ідентифікатор та криптографічні ключі. Повідомлення підписуються для підтвердження джерела.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45720" cy="65836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0195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</a:rPr>
              <a:t>Шифрування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90195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Комунікація між агентами шифрується. Навіть при перехопленні ворог не зможе прочитати повідомлення.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06040"/>
            <a:ext cx="45720" cy="65836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3347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Виявлення атак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63347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Система моніторить аномальну поведінку: раптові зміни позиції, підозрілі команди, неочікувані патерни.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37560"/>
            <a:ext cx="45720" cy="658368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6499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86C0"/>
                </a:solidFill>
              </a:rPr>
              <a:t>Відмовостійкість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6499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При компрометації агента система ізолює його. Інші агенти продовжують місію. Резервні протоколи.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8795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Rust допомагає: відсутність buffer overflow, memory safety — менше вразливостей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ECS: Entity-Component-System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ECS — популярна архітектура для симуляцій з великою кількістю об'єктів (агентів):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Entity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Просто ID (число).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Не має даних чи логіки.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Кожен агент — entity.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Entity 0, Entity 1, ...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9CD6"/>
                </a:solidFill>
              </a:rPr>
              <a:t>Component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Тільки дані.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Немає логіки.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Position { x, y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Velocity { dx, dy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Battery { level 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DCAA"/>
                </a:solidFill>
              </a:rPr>
              <a:t>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6002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Тільки логіка.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Оперує компонентами.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MovementSystem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CollisionSystem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BatterySystem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Переваги: cache-friendly, легко паралелити, гнучка композиція.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Бібліотеки: bevy_ecs, specs, legion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Ресурси для вивчення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2926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Rust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The Rust Book (doc.rust-lang.org/book)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Rust by Example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Rustlings (інтерактивні вправи)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Crust of Rust (YouTube)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651760" cy="2926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МАС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"Multiagent Systems" — Wooldridge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"Programming Multi-Agent Systems"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AAMAS конференція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FIPA стандарти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651760" cy="2926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Практика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3716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Bevy game engine (ECS на Rust)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Tokio async runtime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Наш підручник "Розум Рою"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• GitHub репозиторії з прикладами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МАС у військовій справі України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Україна стала світовим лідером у застосуванні БПЛА. МАС — наступний крок еволюції: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Розвідка роєм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Група FPV-дронів сканує територію, передає координати цілей в реальному часі. Один оператор керує десятками апаратів.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Координована атака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Рій атакує ціль одночасно з різних напрямків. ППО не встигає реагувати. Навіть при втраті частини рою місія виконується.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Ретрансляція зв'язку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Дрони-ретранслятори забезпечують зв'язок на великих відстанях. Mesh-мережа самовідновлюється при втраті вузлів.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41148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Логістика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Доставка боєприпасів, медикаментів на передову. Автономна навігація, уникнення загроз, координація маршрутів.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E46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Rust — ідеальна мова: безпека пам'яті критична для військових систем!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Майбутнє мультиагентних систем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12344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9B0"/>
                </a:solidFill>
              </a:rPr>
              <a:t>Swarm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Великі рої (сотні, тисячі агентів) з емерджентною поведінкою. Біоінспіровані алгоритми: мурашині колонії, бджолині рої.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45720" cy="123444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9CD6"/>
                </a:solidFill>
              </a:rPr>
              <a:t>AI + МАС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280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Інтеграція машинного навчання. Агенти навчаються з досвіду, адаптуються до нових ситуацій. Reinforcement Learning для координації.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148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286000"/>
            <a:ext cx="45720" cy="123444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DCAA"/>
                </a:solidFill>
              </a:rPr>
              <a:t>Human-Swarm Interaction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Один оператор керує цілим роєм на високому рівні. Інтуїтивні інтерфейси, голосові команди, AR/VR візуалізація.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1148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286000"/>
            <a:ext cx="45720" cy="1234440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86C0"/>
                </a:solidFill>
              </a:rPr>
              <a:t>Гетерогенні рої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</a:rPr>
              <a:t>Різні типи агентів (повітря, земля, вода) працюють разом. Синергія можливостей, спеціалізація ролей.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Практичне завдання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</a:rPr>
              <a:t>Створіть простий рій агентів на Rust: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38404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612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Визначте struct Agent з полями: id, position (x, y), state (enum)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8229600" cy="38404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Реалізуйте enum AgentState: Idle, Moving, Searching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824"/>
            <a:ext cx="8229600" cy="38404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391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Створіть канал mpsc для комунікації агентів з центром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780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Запустіть 5 агентів у окремих потоках (thread::spawn)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8229600" cy="38404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1693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Кожен агент випадково рухається та надсилає свою позицію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558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Центр виводить позиції всіх агентів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8229600" cy="384048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Додайте команду "зупинитись" від центру до агентів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7939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Код та приклади: github.com/oleksiibychkov/rust-mas-textbook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Підсумок Лекції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45720" cy="86868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Агент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Автономна сутність: Sense → Think → Act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74520"/>
            <a:ext cx="45720" cy="86868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</a:rPr>
              <a:t>МАС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Система взаємодіючих агентів для складних задач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80360"/>
            <a:ext cx="45720" cy="86868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</a:rPr>
              <a:t>Архітектури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Централізована / Децентралізована / Гібридна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86868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868680"/>
            <a:ext cx="45720" cy="868680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86C0"/>
                </a:solidFill>
              </a:rPr>
              <a:t>Комунікація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Message Passing (канали) краще за Shared State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87452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1874520"/>
            <a:ext cx="45720" cy="868680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</a:rPr>
              <a:t>Rust інструменти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2286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thread, mpsc::channel, Arc&lt;Mutex&lt;T&gt;&gt;, async/await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393192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880360"/>
            <a:ext cx="45720" cy="86868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422B"/>
                </a:solidFill>
              </a:rPr>
              <a:t>Практика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Розробляйте рій БПЛА для реальних застосувань!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D4D4"/>
                </a:solidFill>
              </a:rPr>
              <a:t>Rust + МАС = Безпечні, швидкі, надійні автономні системи 🦀🚁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Мультиагентні системи</dc:title>
  <dc:subject>PptxGenJS Presentation</dc:subject>
  <dc:creator>О. С. Бичков</dc:creator>
  <cp:lastModifiedBy>О. С. Бичков</cp:lastModifiedBy>
  <cp:revision>1</cp:revision>
  <dcterms:created xsi:type="dcterms:W3CDTF">2026-01-02T11:25:44Z</dcterms:created>
  <dcterms:modified xsi:type="dcterms:W3CDTF">2026-01-02T11:25:44Z</dcterms:modified>
</cp:coreProperties>
</file>