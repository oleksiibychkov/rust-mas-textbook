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Box&lt;T&gt; та Rc&lt;T&gt;: Розумні вказівники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Heap allocation та shared ownership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Box • Rc • Weak • Deref • Drop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дерева рішень, графи агентів, спільні ресурси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Box&lt;T&gt; — heap allocation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1: Box)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Stack vs 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Що таке Smart Pointer?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Box&lt;T&gt; — базове використання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Навіщо потрібен Box?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Рекурсивні типи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Box для trait objects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Deref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Deref coercion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Drop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std::mem::drop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Box::leak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Дерево рішень агента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Поліморфні команди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Recursive state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Порівняння: Box vs інші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Rc&lt;T&gt;, Weak&lt;T&gt;, RefCell&lt;T&gt;, Cell&lt;T&gt;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Stack vs Heap: нагадування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Stack (стек)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Швидке виділення/звільнення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Фіксований розмір на компіляції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LIFO — Last In, First 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Автоматичне звільнення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Локальні змінні, параметри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Типи: i32, f64, [T; N], struct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без Box/Rc/Vec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</a:rPr>
              <a:t>Heap (купа)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Повільніше виділення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Динамічний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Довільний порядок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Потребує явного керування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Дані, що живуть довше scope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Типи: Box&lt;T&gt;, Rc&lt;T&gt;, Vec&lt;T&gt;,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String, HashMap&lt;K,V&gt;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3639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Rust: ownership система керує heap автоматично — без GC!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Smart Pointer?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Smart Pointer — структура, що поводиться як вказівник,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має додаткові метадані та можливості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 Rust smart pointers: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Володіють даними (ownership)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Реалізують Deref — поведінка як посилання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Реалізують Drop — автоматичне очищення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5176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Box&lt;T&gt;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Heap allocation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Єдиний власник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057400"/>
            <a:ext cx="265176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Rc&lt;T&gt;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Reference counting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Спільне володіння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057400"/>
            <a:ext cx="27432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RefCell&lt;T&gt;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Interior mutability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Runtime borrow check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String, Vec&lt;T&gt; — теж smart pointers! Володіють heap даними.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Box&lt;T&gt; — базове використання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Box&lt;T&gt; — розміщує значення на heap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                    // i32 на stack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boxed = Box::new(5);      // i32 на heap, Box на stack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 поводиться як звичайне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println!("boxed = {}", boxed);  // 5 (Deref автоматично)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Deref дозволяє доступ до внутрішнього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*boxed;  // Розпакування (dereference)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println!("y = {}", y);  //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 володіє даними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b1 = Box::new(String::from("hello"));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b2 = b1;  // b1 moved!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println!("{}", b1);  // ❌ Error: b1 moved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 виході з scope — дані на heap звільняються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temp = Box::new(vec![1,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temp і Vec звільнені тут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Навіщо потрібен Box&lt;T&gt;?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Рекурсивні типи — розмір невідомий на компіляції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Великі дані — уникнути копіювання на stack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Trait objects — Box&lt;dyn Trait&gt;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Transfer ownership — передача великих даних без копіювання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93192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</a:rPr>
              <a:t>Без Box — на stack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BigData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[u8; 1_000_000], // 1 MB!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BigData { ...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Stack overflow ризик!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З Box — на heap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Box::new(BigData { ...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 на stack: ~8 bytes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BigData на heap: 1 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Безпечно!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Рекурсивні типи: проблема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Linked List — класичний рекурсивний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Cons(i32, List),  // ❌ Error: infinite size!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"recursive type `List` has infinite size"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"help: insert some indirection (e.g., a `Box`, `Rc`, or `&amp;`)"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2296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Чому?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має знати розмір кожного типу на етапі компіляції.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Cons(i32, List) = 4 bytes + sizeof(List)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= 4 + (4 + sizeof(List))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= 4 + (4 + (4 + sizeof(List)))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= ... нескінченно!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Box&lt;T&gt; вирішує рекурсію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 має фіксований розмір (pointer = 8 bytes на 64-bit)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Cons(i32, Box&lt;List&gt;),  // ✓ 4 + 8 = 12 bytes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List::{Cons, Nil};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list = Cons(1,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Box::new(Cons(2,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Box::new(Cons(3,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Box::new(Nil))))));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Візуально: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Stack: [1, ptr] -&gt; Heap: [2, ptr] -&gt; Heap: [3, ptr] -&gt; Heap: [Nil]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Методи для роботи зі списком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len(&amp;self) -&gt; usize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Nil =&gt;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Cons(_, next) =&gt; 1 + next.len(),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Приклад: Binary Tree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Бінарне дерево — теж рекурсивний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TreeNode&lt;T&gt;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left: Option&lt;Box&lt;TreeNode&lt;T&gt;&gt;&gt;,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right: Option&lt;Box&lt;TreeNode&lt;T&gt;&gt;&gt;,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TreeNode&lt;T&gt;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new(value: T)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TreeNode { value, left: None, right: None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with_children(value: T, left: TreeNode&lt;T&gt;, right: TreeNode&lt;T&gt;)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left: Some(Box::new(left)),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right: Some(Box::new(right)),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Побудова дерева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tree = TreeNode::with_children(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TreeNode::new(5),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TreeNode::with_children(15, TreeNode::new(12), TreeNode::new(20))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Box&lt;dyn Trait&gt; — trait objects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Animal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speak(&amp;self) -&gt;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Dog;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Animal for Dog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speak(&amp;self) -&gt; String { "Woof!".to_string()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Animal for Cat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speak(&amp;self) -&gt; String { "Meow!".to_string()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dyn Animal — невідомий розмір, потрібен 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get_animal(is_dog: bool) -&gt; Box&lt;dyn Animal&gt;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is_dog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Box::new(Dog)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Box::new(Cat)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Гетерогенна колекція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animals: Vec&lt;Box&lt;dyn Animal&gt;&gt; =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Box::new(Dog),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Box::new(Cat),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animal in &amp;animals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animal.speak());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Deref trait — поведінка як посилання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std::ops::Deref;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Deref дозволяє використовувати * для розпакування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Deref for Box&lt;T&gt;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Target = 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deref(&amp;self) -&gt; &amp;Self::Target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Повертає посилання на внутрішнє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Box::new(5);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 викликає deref()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assert_eq!(*x, 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Під капотом: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*x еквівалентно *(x.deref())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Власний smart pointer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MyBox&lt;T&gt;(T);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Deref for MyBox&lt;T&gt;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Target = 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deref(&amp;self) -&gt; &amp;T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my = MyBox(10);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assert_eq!(*my, 10);  // Працює!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Deref Coercion — автоматичне перетворення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Deref coercion — Rust автоматично викликає deref()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типи не збігаються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hello(name: &amp;str)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println!("Hello, {}!", 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boxed_string = Box::new(String::from("World"));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deref coercion: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hello(&amp;(*boxed_string)[..]);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deref coercion (автоматично):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hello(&amp;boxed_string);  // Box&lt;String&gt; -&gt; &amp;String -&gt; &amp;str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Ланцюжок coercion: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&amp;Box&lt;String&gt;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-&gt; &amp;String (Box::deref)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-&gt; &amp;str    (String::deref)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Працює для: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&amp;T -&gt; &amp;U якщо T: Deref&lt;Target=U&gt;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&amp;mut T -&gt; &amp;mut U якщо T: DerefMut&lt;Target=U&gt;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&amp;mut T -&gt; &amp;U якщо T: Deref&lt;Target=U&gt;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Drop trait — автоматичне очищення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 викликається автоматично при виході зі scope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Drop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drop(&amp;mut self);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CustomBox&lt;T&gt;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Drop for CustomBox&lt;T&gt;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drop(&amp;mut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println!("CustomBox dropped!");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_a = CustomBox { data: String::from("hello")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_b = CustomBox { data: 42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println!("Created boxes");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b dropped, потім a dropped (зворотній порядок!)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Вивід: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Created boxes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CustomBox dropped!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CustomBox dropped!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Box&lt;T&gt; автоматично звільняє heap пам'ять у drop()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std::mem::drop — явне знищення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можна викликати drop() напряму!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Box::new(5);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x.drop();  // ❌ Error: explicit destructor calls not allowed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Використовуйте std::mem::drop()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Box::new(5);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drop(x);  // ✓ x знищено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println!("{}", x);  // ❌ Error: x moved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Практичне застосування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Lock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Drop for Lock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drop(&amp;mut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println!("Lock '{}' released", self.name);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lock = Lock { name: "mutex".to_string()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Критична секція...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drop(lock);  // Явно звільняємо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Тепер інші можуть захопити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Box::leak — 'static lifetime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Box::leak "витікає" пам'ять, повертаючи &amp;'static mut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глобальних даних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boxed = Box::new(String::from("I live forever"));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leaked: &amp;'static mut String = Box::leak(boxed);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leaked має 'static lifetime — живе до кінця програми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leaked);  // Працює будь-де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Практичне застосування: lazy 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mut CONFIG: Option&lt;&amp;'static Config&gt; = None;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init_config()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config = Box::new(Config::load());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unsafe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 = Some(Box::leak(config));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краще — використовуйте once_cell / lazy_static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once_cell::sync::Lazy;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CONFIG: Lazy&lt;Config&gt; = Lazy::new(||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Config::load()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Дерево рішень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Вузол дерева рішень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DecisionNode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Умова — перевіряє стан і йде в одну з гілок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check: Box&lt;dyn Fn(&amp;AgentState) -&gt; bool&gt;,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if_true: Box&lt;DecisionNode&gt;,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if_false: Box&lt;DecisionNode&gt;,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Дія — кінцевий вузол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Action(AgentAction),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DecisionNode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evaluate(&amp;self, state: &amp;AgentState) -&gt; AgentAction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DecisionNode::Condition { check, if_true, if_false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check(state)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if_true.evaluate(state)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if_false.evaluate(state)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DecisionNode::Action(action) =&gt; action.clone(),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Побудова дерева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tree = DecisionNode::Condition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check: Box::new(|s| s.battery &lt; 20),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if_true: Box::new(DecisionNode::Action(AgentAction::ReturnToBase)),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if_false: Box::new(DecisionNode::Action(AgentAction::Continue)),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Behavior Tree для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Behavior Tree — популярна модель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BehaviorNode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Виконує послідовно, зупиняється на першій невдачі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Sequence(Vec&lt;Box&lt;BehaviorNode&gt;&gt;),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Виконує до першого успіху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Selector(Vec&lt;Box&lt;BehaviorNode&gt;&gt;),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Умова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Condition(Box&lt;dyn Fn(&amp;Drone) -&gt; bool&gt;),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Action(Box&lt;dyn Fn(&amp;mut Drone) -&gt; BehaviorStatus&gt;),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BehaviorStatus { Success, Failure, Running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BehaviorNode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tick(&amp;self, drone: &amp;mut Drone) -&gt; BehaviorStatus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BehaviorNode::Sequence(children)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child in children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match child.tick(drone)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BehaviorStatus::Failure =&gt; return BehaviorStatus::Failure,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BehaviorStatus::Running =&gt; return BehaviorStatus::Running,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BehaviorStatus::Success =&gt; continue,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BehaviorStatus::Success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Поліморфні команди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Trait для команд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execute(&amp;self, drone: &amp;mut Drone) -&gt; Result&lt;(), CommandError&gt;;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undo(&amp;self, drone: &amp;mut Drone) -&gt; Result&lt;(), CommandError&gt;;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MoveCommand { destination: Position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RotateCommand { angle: f64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FireCommand { target: TargetId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Command for MoveCommand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execute(&amp;self, drone: &amp;mut Drone) -&gt; Result&lt;(), CommandError&gt;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drone.move_to(self.destination)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undo(&amp;self, drone: &amp;mut Drone) -&gt; Result&lt;(), CommandError&gt;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drone.move_to(drone.previous_position)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Черга команд з можливістю undo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CommandHistory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executed: Vec&lt;Box&lt;dyn Command&gt;&gt;,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CommandHistory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execute(&amp;mut self, cmd: Box&lt;dyn Command&gt;, drone: &amp;mut Drone)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cmd.execute(drone).is_ok()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self.executed.push(cmd);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undo_last(&amp;mut self, drone: &amp;mut Drone)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Some(cmd) = self.executed.pop()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cmd.undo(drone);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Рекурсивна State Machine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Стан агента як рекурсивний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next_state: Box&lt;AgentState&gt;,  // Куди перейти після руху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area: Area,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on_found: Box&lt;AgentState&gt;,    // Якщо знайшли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on_empty: Box&lt;AgentState&gt;,    // Якщо порожньо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Attacking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TargetId,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on_success: Box&lt;AgentState&gt;,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on_failure: Box&lt;AgentState&gt;,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Створення ланцюжка станів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patrol_and_return()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AgentState::Moving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target: Position::new(100.0, 100.0),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next_state: Box::new(AgentState::Scanning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area: Area::default(),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on_found: Box::new(AgentState::Attacking { /* ... */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on_empty: Box::new(AgentState::Returning),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Система плагінів для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Trait для плагінів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AgentPlugin: Send + 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&amp;str;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on_tick(&amp;mut self, agent: &amp;mut AgentData);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on_message(&amp;mut self, agent: &amp;mut AgentData, msg: &amp;Message);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Агент з динамічними плагінами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AgentData,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plugins: Vec&lt;Box&lt;dyn AgentPlugin&gt;&gt;,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add_plugin(&amp;mut self, plugin: Box&lt;dyn AgentPlugin&gt;)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println!("Adding plugin: {}", plugin.name());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self.plugins.push(plugin);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plugin in &amp;mut self.plugins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plugin.on_tick(&amp;mut self.data);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Реєстрація плагінів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agent = Agent::new();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agent.add_plugin(Box::new(NavigationPlugin::new()));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agent.add_plugin(Box::new(CommunicationPlugin::new()));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agent.add_plugin(Box::new(SensorPlugin::new()));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методи Box&lt;T&gt;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Приклад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Box::new(v)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Створити Box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Box::new(42)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*boxed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Deref — доступ до значення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let x = *boxed;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Box::into_raw(b)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Конвертувати в raw pointer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let ptr = Box::into_raw(b);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Box::from_raw(p)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Створити з raw pointer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unsafe { Box::from_raw(p) 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Box::leak(b)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"Витекти" в 'static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let s: &amp;'static = Box::leak(b);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Box::pin(v)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Створити Pin&lt;Box&lt;T&gt;&gt;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Box::pin(future)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Box реалізує Deref, DerefMut, Drop, Clone (якщо T: Clone), Debug (якщо T: Debug)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Порівняння: Box vs інші типи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Ownership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Mutability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Thread-safe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Єдиний власник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Звичайна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 (якщо T: Send)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Спільне (лічильник)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Тільки read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 (single-thread)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Arc&lt;T&gt;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Спільне (atomic)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Тільки read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RefCell&lt;T&gt;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Єдиний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Runtime borrow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Mutex&lt;T&gt;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Lock-based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5176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72491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використовувати Box&lt;T&gt;: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Рекурсивні типи (дерева, списки)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Trait objects (dyn Trait)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Великі дані на 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Передача ownership без копіювання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Box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Зайвий Box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потрібен для малих типів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Box&lt;i32&gt; = Box::new(5);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Просто: let x: i32 = 5;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Явний drop()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Box::new(5);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b.drop();  // ❌ 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Використовуйте: drop(b);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Box для рекурсії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List { Cons(i32, List)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Infinite size!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240280"/>
            <a:ext cx="411480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286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Правильно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List { Cons(i32, Box&lt;List&gt;)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Fixed size!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Box&lt;T&gt;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Box&lt;T&gt; — найпростіший smart pointer: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Розміщує дані на 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Єдиний власник (ownership)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Фіксований розмір (pointer)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Автоматичне звільнення (Drop)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використовувати: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Рекурсивні типи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Box&lt;dyn Trait&gt;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Великі структури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Transfer ownership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Важливі traits: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Deref — поведінка як &amp;T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Drop — очищення ресурсів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Rc&lt;T&gt;, Weak&lt;T&gt;, RefCell&lt;T&gt;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Pointers Частина 1</dc:title>
  <dc:subject>PptxGenJS Presentation</dc:subject>
  <dc:creator>О.С. Бичков</dc:creator>
  <cp:lastModifiedBy>О.С. Бичков</cp:lastModifiedBy>
  <cp:revision>1</cp:revision>
  <dcterms:created xsi:type="dcterms:W3CDTF">2026-01-02T17:50:05Z</dcterms:created>
  <dcterms:modified xsi:type="dcterms:W3CDTF">2026-01-02T17:50:05Z</dcterms:modified>
</cp:coreProperties>
</file>