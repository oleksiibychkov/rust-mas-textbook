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Лекція 16 (продовження)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E422B"/>
                </a:solidFill>
              </a:rPr>
              <a:t>Async Runtime та практика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9B0"/>
                </a:solidFill>
              </a:rPr>
              <a:t>Tokio, spawn, join, select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Runtime • tokio::spawn • join! • select! • timeout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54864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Асинхронний рій агентів: практична реалізація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DCAA"/>
                </a:solidFill>
              </a:rPr>
              <a:t>Частина 2: Runtime та патерни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О. С. Бичков •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План лекції (Частина 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74904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Що таке Runtime?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Tokio — найпопулярніший runtime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#[tokio::main]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tokio::spawn — задачі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JoinHandle для async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join! — паралельне виконання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7. try_join! — з обробкою помилок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8. select! — перший готовий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29768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941832"/>
            <a:ext cx="411480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9. tokio::time — таймери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10. timeout — обмеження часу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11. spawn_blocking — CPU tasks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12. Cancellation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13. 🤖 Async координатор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14. 🤖 Async агент повністю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15. 🤖 Async рій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16. Типові помилки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Що таке Async Runtime?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1430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Future сам по собі нічого не робить!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Потрібен Runtime для виконання: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Викликає poll() на futures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Керує Wakers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Планує задачі (scheduling)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Інтегрується з OS для I/O events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Може бути single-threaded або multi-threaded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3931920" cy="1280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Популярні runtimes: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Tokio — найпопулярніший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async-std — схожий API на std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smol — мінімалістичний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embassy — для embedded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2103120"/>
            <a:ext cx="4114800" cy="1280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1488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Rust НЕ має runtime!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242316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На відміну від Go, Node.js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Rust не включає runtime.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Ви обираєте або пишете свій.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Це дає гнучкість і контроль.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Tokio — індустріальний стандарт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Cargo.toml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[dependencies]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tokio = { version = "1", features = ["full"]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Features: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rt: runtime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rt-multi-thread: multi-threaded runtime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sync: async synchronization primitives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time: timers, sleep, timeout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io-util: async I/O utilities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net: async TCP/UDP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fs: async file system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macros: #[tokio::main], #[tokio::test]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full: все вище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Мінімальний набір: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tokio = { version = "1", features = ["rt-multi-thread", "macros"] }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70632"/>
            <a:ext cx="804672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Tokio використовують: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AWS, Microsoft, Discord, Cloudflare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Більшість production async Rust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#[tokio::main] — точка входу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#[tokio::main] створює runtime і запускає async main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#[tokio::main]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println!("Hello from async main!");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Тепер можна використовувати 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result = some_async_function().await;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println!("Result: {:?}", result);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Еквівалентно: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rt = tokio::runtime::Runtime::new().unwrap();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rt.block_on(async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println!("Hello from async main!");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result = some_async_function().await;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println!("Result: {:?}", result);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Налаштування runtime: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#[tokio::main(flavor = "multi_thread", worker_threads = 4)]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main() { /* ... */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#[tokio::main(flavor = "current_thread")]  // Single-threaded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main() { /* ... */ }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tokio::spawn — створення задачі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tokio::task::JoinHandle;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#[tokio::main]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spawn — створює нову async задачу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Задача виконується КОНКУРЕНТНО з іншим кодом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handle: JoinHandle&lt;i32&gt; = tokio::spawn(async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println!("Task started");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expensive_async_operation().await;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println!("Task completed");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42  // Повертаємо результат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Головний код продовжує виконуватись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println!("Main continues...");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do_other_work().await;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Чекаємо на завершення задачі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result = handle.await.unwrap();  // Result&lt;T, JoinError&gt;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println!("Task returned: {}", result);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spawn вимагає 'static — задача не може borrowing!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Використовуйте move або Arc для даних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tokio::spawn та 'static bound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Помилка: data не 'static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data = vec![1, 2, 3];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tokio::spawn(async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println!("{:?}", data);  // Error: borrowed 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✓ З move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data = vec![1, 2, 3];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tokio::spawn(async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println!("{:?}", data);  // OK: owned 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✓ З Arc для shared ownership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std::sync::Arc;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data = Arc::new(vec![1, 2, 3]);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data_clone = Arc::clone(&amp;data);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tokio::spawn(async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println!("{:?}", data_clone);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data все ще доступна в main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println!("Original: {:?}", data);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Чому 'static? Бо spawn'ed task може пережити поточний scope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join! — паралельне виконання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tokio::join;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fetch_user(id: u32) -&gt; User { /* ... */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fetch_posts(user_id: u32) -&gt; Vec&lt;Post&gt; { /* ... */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fetch_comments(user_id: u32) -&gt; Vec&lt;Comment&gt; { /* ... */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#[tokio::main]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user_id = 42;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❌ Послідовно — повільно!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let user = fetch_user(user_id).await;       // 100ms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let posts = fetch_posts(user_id).await;     // 100ms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let comments = fetch_comments(user_id).await; // 100ms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Total: 300ms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✓ Паралельно з join!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(user, posts, comments) = join!(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fetch_user(user_id),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fetch_posts(user_id),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fetch_comments(user_id),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Total: ~100ms (максимум з трьох)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println!("User: {:?}", user);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println!("Posts: {}", posts.len());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println!("Comments: {}", comments.len());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try_join! — з обробкою помилок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tokio::try_join;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fetch_user(id: u32) -&gt; Result&lt;User, Error&gt; { /* ... */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fetch_posts(id: u32) -&gt; Result&lt;Vec&lt;Post&gt;, Error&gt; { /* ... */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#[tokio::main]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main() -&gt; Result&lt;(), 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user_id = 42;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try_join! — повертає Result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Якщо БУДЬ-ЯКА задача поверне Err — весь try_join! = Err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Інші задачі СКАСОВУЮТЬСЯ!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(user, posts) = try_join!(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fetch_user(user_id),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fetch_posts(user_id),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)?;  // Propagate error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println!("User: {:?}, Posts: {}", user, posts.len());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join! vs try_join!: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join!     — всі задачі завершуються, навіть з Err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try_join! — перша Err скасовує інші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select! — перший готовий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tokio::select;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tokio::time::{sleep, Duration};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#[tokio::main]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interval = tokio::time::interval(Duration::from_secs(1));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select!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Біас: перша гілка перевіряється першою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_ = interval.tick()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println!("Tick!");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result = some_async_operation()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println!("Operation completed: {:?}", result);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Timeout branch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_ = sleep(Duration::from_secs(10))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println!("Timeout!");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select! виконує ПЕРШИЙ готовий branch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Інші futures СКАСОВУЮТЬСЯ (dropped)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select! з каналами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tokio::sync::mpsc;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tokio::select;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worker(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mut commands: mpsc::Receiver&lt;Command&gt;,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mut shutdown: mpsc::Receiver&lt;()&gt;,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select!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Biased — пріоритет shutdown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biased;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_ = shutdown.recv()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println!("Shutdown received");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Some(cmd) = commands.recv()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println!("Processing command: {:?}", cmd);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process_command(cmd).await;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else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// Всі канали закриті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println!("All channels closed");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biased; — перевіряє branches по порядку (для пріоритетів)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Без biased — випадковий порядок (fairness)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tokio::time — таймери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tokio::time::{sleep, interval, Duration, Instant};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#[tokio::main]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sleep — async затримка (НЕ блокує потік!)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sleep(Duration::from_secs(1)).await;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interval — періодичний таймер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interval = interval(Duration::from_millis(100));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_ in 0..5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interval.tick().await;  // Чекаємо наступний tick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println!("Tick at {:?}", Instant::now());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Instant — час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start = Instant::now();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some_operation().await;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println!("Took: {:?}", start.elapsed());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sleep_until — до конкретного часу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deadline = Instant::now() + Duration::from_secs(5);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tokio::time::sleep_until(deadline).await;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НЕ використовуйте std::thread::sleep в async!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Це ЗАБЛОКУЄ потік runtime!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timeout — обмеження часу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tokio::time::{timeout, Duration};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#[tokio::main]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timeout — обгортає future з обмеженням часу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result = timeout(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Duration::from_secs(5),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slow_operation()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 result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Ok(value) =&gt; println!("Got: {:?}", value),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Err(_) =&gt; println!("Operation timed out!"),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Або з 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value = timeout(Duration::from_secs(5), slow_operation())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.map_err(|_| MyError::Timeout)?;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timeout_at — до конкретного часу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 tokio::time::Instant;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deadline = Instant::now() + Duration::from_secs(10);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result = tokio::time::timeout_at(deadline, operation()).await;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Якщо timeout — внутрішній future СКАСОВУЄТЬСЯ (dropped)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spawn_blocking — CPU-bound задачі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tokio::task;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#[tokio::main]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❌ НЕ робіть CPU-bound роботу в async!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let result = heavy_computation();  // Блокує runtime!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✓ Використовуйте spawn_blocking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result = task::spawn_blocking(||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Виконується на окремому thread pool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heavy_computation()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}).await.unwrap();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println!("Result: {:?}", result);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spawn_blocking для sync I/O: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contents = task::spawn_blocking(||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std::fs::read_to_string("large_file.txt")  // Sync I/O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}).await.unwrap()?;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block_in_place — для поточного потоку (multi-thread runtime)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result = task::block_in_place(||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heavy_computation()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spawn_blocking pool за замовчуванням = 512 threads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Cancellation — скасування задач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tokio::task::JoinHandle;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#[tokio::main]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handle: JoinHandle&lt;()&gt; = tokio::spawn(async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println!("Working...");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tokio::time::sleep(Duration::from_secs(1)).await;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Чекаємо трохи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tokio::time::sleep(Duration::from_secs(3)).await;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Скасовуємо задачу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handle.abort();  // Задача буде скасована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Або просто drop handle — задача продовжиться у фоні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drop(handle);  // Detached task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Перевірка результату після abort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 handle.await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Ok(_) =&gt; println!("Task completed"),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Err(e) if e.is_cancelled() =&gt; println!("Task was cancelled"),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Err(e) =&gt; println!("Task panicked: {:?}", 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Cancellation у Rust — cooperative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Задача скасовується на наступному .await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Async координатор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tokio::sync::mpsc;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tokio::select;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AsyncCoordinator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agents: HashMap&lt;AgentId, AgentHandle&gt;,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from_agents: mpsc::Receiver&lt;AgentMessage&gt;,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shutdown: tokio::sync::broadcast::Receiver&lt;()&gt;,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AsyncCoordinator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run(mut 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println!("[Coordinator] Started");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select!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biased;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_ = self.shutdown.recv()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println!("[Coordinator] Shutdown");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self.broadcast_shutdown().await;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Some(msg) = self.from_agents.recv()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self.handle_message(msg).await;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else =&gt; break,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handle_message(&amp;mut self, msg: AgentMessage)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msg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AgentMessage::PositionUpdate { id, pos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// Async database update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self.update_position(id, pos).await;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Повний async агент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AsyncAgent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AgentId,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position: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to_coordinator: mpsc::Sender&lt;AgentMessage&gt;,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from_coordinator: mpsc::Receiver&lt;Command&gt;,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AsyncAgent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run(mut 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tick_interval = tokio::time::interval(Duration::from_millis(100));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select!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_ = tick_interval.tick()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self.tick().await;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Some(cmd) = self.from_coordinator.recv()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if matches!(cmd, Command::Shutdown)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self.handle_command(cmd).await;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println!("[Agent {}] Stopped", self.id);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tick(&amp;mut 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Async операції: сканування, рух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scan_result = self.scan_area().await;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let Some(target) = scan_result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self.report_target(target).await;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Запуск async рою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tokio::task::JoinSet;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#[tokio::main]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println!("=== Async Swarm ===");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(coord_tx, coord_rx) = mpsc::channel(1000);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(shutdown_tx, _) = tokio::sync::broadcast::channel(1);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JoinSet — колекція задач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tasks = JoinSet::new();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Spawn координатора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coordinator = AsyncCoordinator::new(coord_rx, shutdown_tx.subscribe());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tasks.spawn(coordinator.run());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Spawn агентів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0..1000 {  // 1000 агентів!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(cmd_tx, cmd_rx) = mpsc::channel(100);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agent = AsyncAgent::new(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AgentId(i),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coord_tx.clone(),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cmd_rx,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tasks.spawn(agent.run());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Graceful shutdown через 30 секунд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tokio::time::sleep(Duration::from_secs(30)).await;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_ = shutdown_tx.send(());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Чекаємо на всі задачі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let Some(result) = tasks.join_next().await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result.expect("Task panicked");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Порівняння: Threads vs Async</a:t>
            </a:r>
            <a:endParaRPr lang="en-US" sz="2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18288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Метрика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Threads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Async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100 агентів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~400 MB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~10 MB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1,000 агентів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~4 GB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~50 MB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10,000 агентів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~40 GB (!)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~500 MB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Context switches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Latency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Higher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Lower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Throughput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Limited by threads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Limited by CPU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834640"/>
            <a:ext cx="8229600" cy="5029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2907792"/>
            <a:ext cx="804672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Async дозволяє масштабувати до сотень тисяч агентів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на звичайному сервері!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Типові помилки в async коді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23444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Blocking в async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bad()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std::thread::sleep(dur); // 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std::fs::read("file"); // 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4114800" cy="12344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✓ Async або spawn_blocking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709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good()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tokio::time::sleep(dur).await;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tokio::fs::read("file").await;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3931920" cy="105156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2402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Забули .await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548640"/>
            <a:ext cx="8229600" cy="25146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94360"/>
            <a:ext cx="804672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bad()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some_async_fn(); // Нічого!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194560"/>
            <a:ext cx="4114800" cy="10515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2402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✓ З .await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8229600" cy="25146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09160"/>
            <a:ext cx="804672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good()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some_async_fn().await;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Ще типові помилки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28016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Тримати MutexGuard через await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guard = mutex.lock().await;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some_async().await; // Guard held!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Deadlock potential!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4114800" cy="1280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✓ Drop guard перед await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709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value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guard = mutex.lock().await;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guard.clone()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 // Guard dropped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some_async().await;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3931920" cy="100584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2860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async в sync trait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548640"/>
            <a:ext cx="8229600" cy="25603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94360"/>
            <a:ext cx="8046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trait MyTrait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method(&amp;self); // 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240280"/>
            <a:ext cx="4114800" cy="10058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2860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✓ async_trait crate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8229600" cy="25603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09160"/>
            <a:ext cx="8046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#[async_trait]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trait MyTrait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method(&amp;self);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Best Practices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5146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68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Використовуйте tokio для production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spawn_blocking для CPU-bound та sync I/O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timeout для всіх зовнішніх операцій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select! для graceful shutdown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Мінімізуйте scope async mutex guards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JoinSet для керування багатьма задачами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блокуйте в async коді (thread::sleep, sync I/O)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забувайте .await (compiler warning допомагає)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тримайте locks через await points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ігноруйте JoinHandle (задача стане detached)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Для МАС: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Async для I/O-bound агентів (networking, sensing)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spawn_blocking для CPU-bound (path planning)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Підсумок лекції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23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Runtime — виконує futures: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Tokio — індустріальний стандарт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#[tokio::main] — точка входу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Базові операції: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spawn — створити задачу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join! — паралельно, всі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select! — паралельно, перший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timeout — обмеження часу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spawn_blocking — CPU tasks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Cancellation: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Drop future = скасування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handle.abort() — явне скасування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МАС: 1000+ агентів на кількох потоках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з мінімальним memory footprint!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→ Наступна лекція: Tokio детально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Завдання для самостійної роботи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41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Hello Async: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Напишіть async функцію, що чекає 1 секунду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Виведіть час виконання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Parallel Fetch: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5 async операцій (імітація з sleep)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Виконайте паралельно з join!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Порівняйте час з послідовним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Timeout: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Async операція що "зависає"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Обмежте timeout 2 секунди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Async Agent: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Агент з tick() кожні 100ms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Приймає команди через channel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Graceful shutdown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Async Swarm: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100 async агентів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1 координатор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select! для shutdown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🦀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Async/Await опановано!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D4D4"/>
                </a:solidFill>
              </a:rPr>
              <a:t>Future • Tokio • spawn • join! • select!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C9B0"/>
                </a:solidFill>
              </a:rPr>
              <a:t>Питання?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Async Await Частина 2</dc:title>
  <dc:subject>PptxGenJS Presentation</dc:subject>
  <dc:creator>О.С. Бичков</dc:creator>
  <cp:lastModifiedBy>О.С. Бичков</cp:lastModifiedBy>
  <cp:revision>1</cp:revision>
  <dcterms:created xsi:type="dcterms:W3CDTF">2026-01-02T18:56:00Z</dcterms:created>
  <dcterms:modified xsi:type="dcterms:W3CDTF">2026-01-02T18:56:00Z</dcterms:modified>
</cp:coreProperties>
</file>