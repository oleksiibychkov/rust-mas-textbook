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Колекції: HashMap та HashSet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Асоціативні структури даних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key → value • O(1) пошук • унікальні ключі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реєстр дронів, карта світу, виявлені цілі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HashMap — основи та операції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Навіщо HashMap?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Що таке хеш-таблиця?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Хеш-функція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Колізії та їх вирішення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Створення HashMap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Вставка та оновлення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Entry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Доступ до елементів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Видалення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Ітерація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Ownership в HashMap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Реєстр дронів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Карта світу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Підрахунок статистики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Вимоги до ключів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HashSet, BTreeMap, практичні приклади МАС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Навіщо потрібен HashMap?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Проблема: Vec дозволяє доступ тільки за числовим індексом (0, 1, 2...)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Але часто потрібно шукати за іншим ключем!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🚁 БПЛА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Знайти дрон за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droneID → Drone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645920"/>
            <a:ext cx="265176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🗺️ Карта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Що на координатах?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(x, y) → CellType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1645920"/>
            <a:ext cx="27432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691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📊 Статистика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Скільки кожної ролі?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Role → Count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52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Рішення: HashMap&lt;K, V&gt; — колекція пар ключ-значення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Пошук, вставка, видалення за ключем — O(1) в середньому!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Vec vs HashMap: коли що використовувати?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</a:rPr>
              <a:t>Vec&lt;T&gt;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Впорядкована послідовність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Доступ за індексом O(1)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Ітерація в порядку додавання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✗ Пошук за значенням O(n)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✗ Тільки числові індекси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54864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943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drones: Vec&lt;Drone&gt; = vec![...];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Пошук O(n)!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 = 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.find(|d| d.id == 42);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114800" cy="21031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422B"/>
                </a:solidFill>
              </a:rPr>
              <a:t>HashMap&lt;K, V&gt;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2344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Пошук за ключем O(1)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Будь-який тип ключа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✓ Швидка перевірка наявності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✗ Невпорядкований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✗ Більше пам'яті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091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drones: HashMap&lt;u32, Drone&gt; = ...;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Пошук O(1)!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 = drones.get(&amp;42);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Що таке хеш-таблиця?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Hash Table — структура даних для зберігання пар ключ-значення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Принцип роботи: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Ключ → хеш-функція → індекс у масиві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Значення зберігається за цим індексом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Для пошуку: знову обчислюємо хеш → отримуємо індекс → значення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82296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Приклад: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Ключ "drone_1" → hash("drone_1") = 7823456 → 7823456 % 8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Buckets: [0]  [1]  [2]  [3]  [4]  [5]  [6]  [7]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("drone_1", Drone{...})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Хеш-функція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Хеш-функція перетворює ключ будь-якого типу в число (хеш)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Вимоги до хорошої хеш-функції: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Детермінована: однаковий ключ → однаковий хеш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Швидка: O(1) обчислення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Рівномірна: хеші розподілені рівномірно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Якщо a == b, то hash(a) == hash(b)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2402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std::collections::hash_map::DefaultHasher;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std::hash::{Hash, Hasher};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calculate_hash&lt;T: Hash&gt;(t: &amp;T) -&gt; u64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hasher = DefaultHasher::new();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t.hash(&amp;mut hasher);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hasher.finish()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h1 = calculate_hash(&amp;"hello");  // 15404628084387356934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h2 = calculate_hash(&amp;42);        // 13646096770106105413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Колізії та їх вирішення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Колізія — коли два різні ключі мають однаковий хеш (або індекс)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hash("abc") % 8 =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hash("xyz") % 8 = 3  ← Колізія!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93192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Chaining (ланцюжки)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Кожен bucket — список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Колізії додаються в список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[3] → ("abc", v1) → ("xyz", v2)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783080"/>
            <a:ext cx="41148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8288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Open Addressing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1031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Шукаємо наступну вільну комірку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Rust використовує цей метод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</a:rPr>
              <a:t>(Robin Hood hashing)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Rust HashMap: швидкий завдяки SipHash (захист від DoS) + Robin Hood hashing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Створення HashMap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HashMap::new()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map: HashMap&lt;String, i32&gt;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HashMap::new();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with_capacity(n)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знаєте приблизний розмір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map: HashMap&lt;u32, Drone&gt;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HashMap::with_capacity(100);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93192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77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From ітератора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651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map: HashMap&lt;_, _&gt; = vec![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("a", 1), ("b",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].into_iter().collect();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33172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377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From масиву (Rust 1.56+)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651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map = HashMap::from([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("a", 1), ("b",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Вставка: insert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scores: HashMap&lt;String, i32&gt; = HashMap::new();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Вставка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scores.insert(String::from("Blue"), 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scores.insert(String::from("Red"), 50);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 повертає Option&lt;V&gt; — старе значення якщо ключ існував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old = scores.insert(String::from("Blue"), 25);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 = Some(10) — було замінено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scores["Blue"] = 25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old2 = scores.insert(String::from("Green"), 30);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old2 = None — новий ключ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⚠️ insert завжди перезаписує! Для умовної вставки — Entry API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Entry API: умовна вставка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map: HashMap&lt;&amp;str, i32&gt; = HashMap::new();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or_insert — вставити якщо немає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map.entry("key").or_insert(0);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 = {"key": 0}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map.entry("key").or_insert(100);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 = {"key": 0} — не змінилось!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or_insert_with — lazy обчислення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map.entry("other").or_insert_with(|| expensive_calculation());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and_modify — змінити існуюче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map.entry("key").and_modify(|v| *v += 1).or_insert(0);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 = {"key": 1}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or_default — вставити Default::default()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map.entry("new").or_default(); // 0 для i32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C9B0"/>
                </a:solidFill>
              </a:rPr>
              <a:t>Entry API — ідіоматичний спосіб роботи з HashMap!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Практика: підрахунок слів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text = "hello world hello rust world world";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word_count: HashMap&lt;&amp;str, i32&gt; = HashMap::new();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word in text.split_whitespace()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Класичний патерн з Entry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count = word_count.entry(word).or_insert(0);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*count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word_count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"hello": 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"world": 3,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"rust":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(word, count) in &amp;word_count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println!("{}: {}", word, count);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Доступ до елементів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get(&amp;key) — безпечно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map = HashMap::from([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("a", 1), ("b",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map.get(&amp;"a")  // Some(&amp;1)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map.get(&amp;"z")  // None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422B"/>
                </a:solidFill>
              </a:rPr>
              <a:t>[ ] — паніка якщо немає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map[&amp;"a"]  //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map[&amp;"z"]  // panic!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1691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422B"/>
                </a:solidFill>
              </a:rPr>
              <a:t>⚠️ Використовуйте [] тільки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E422B"/>
                </a:solidFill>
              </a:rPr>
              <a:t>коли впевнені!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"/>
            <a:ext cx="8229600" cy="23774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029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get_mut — мутабельне посилання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Some(value) = map.get_mut(&amp;"a")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*value +=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contains_key — перевірка наявності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map.contains_key(&amp;"a")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println!("Є ключ 'a'");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Видалення елементів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map = HashMap::from([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("a", 1), ("b", 2), ("c", 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 — видалити за ключем, повернути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removed = map.remove(&amp;"a");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removed = Some(1)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 = {"b": 2, "c": 3}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not_found = map.remove(&amp;"z");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not_found = None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remove_entry — повернути і ключ, і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entry = map.remove_entry(&amp;"b");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entry = Some(("b", 2))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clear — видалити все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map.clear();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 = {}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Розмір та ємність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len()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map.len()  //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Кількість пар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65176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914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9B0"/>
                </a:solidFill>
              </a:rPr>
              <a:t>is_empty()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map.is_empty()  // false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len == 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868680"/>
            <a:ext cx="27432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DCAA"/>
                </a:solidFill>
              </a:rPr>
              <a:t>capacity()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60350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6080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map.capacity()  // &gt;= len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15544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Виділено місця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"/>
            <a:ext cx="8229600" cy="21031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029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reserve — гарантувати місце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map.reserve(100);  // capacity += 100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shrink_to_fit — зменшити capacity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map.shrink_to_fit();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Ітерація по HashMap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map = HashMap::from([("a", 1), ("b", 2), ("c", 3)]);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iter() — посилання на пари (&amp;K, &amp;V)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(key, value) in &amp;map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println!("{}: {}", key, value);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iter_mut() — мутабельні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(key, value) in &amp;mut 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*value *=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into_iter() — споживає 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(key, value) in 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println!("{}: {}", key, value);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 більше не доступний!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keys() / values() — тільки ключі або значення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key in map.keys()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value in map.values()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value in map.values_mut() { *value += 1; 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⚠️ Порядок ітерації не гарантований! Для порядку — BTreeMap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Ownership в HashMap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HashMap володіє і ключами, і значеннями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При insert — ключ і значення move'аються в 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13716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Move при insert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54864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key = String::from("name");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 = String::from("Alice");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map.insert(key, val);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key, val — недоступні!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508760"/>
            <a:ext cx="4114800" cy="1371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5544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Copy типи — копіюються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663440"/>
            <a:ext cx="8229600" cy="18288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0916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key = 42;  // i32 - Copy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 = 100;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map.insert(key, val);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key, val — доступні!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"/>
            <a:ext cx="8229600" cy="30175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292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Рішення: clone або посилання як ключ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map.insert(key.clone(), val.clone());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&amp;str замість String (якщо lifetime дозволяє)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map: HashMap&lt;&amp;str, i32&gt; = HashMap::new();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Вимоги до типу ключа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Тип ключа K має реалізовувати: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Eq — повне порівняння на рівність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Hash — обчислення хешу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Більшість стандартних типів вже реалізують: String, &amp;str, i32, u32...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9659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власних типів — derive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#[derive(Hash, Eq, PartialEq)]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number: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map: HashMap&lt;DroneId, Drone&gt; = HashMap::new();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map.insert(DroneId { group: 1, number: 5 }, drone);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E422B"/>
                </a:solidFill>
              </a:rPr>
              <a:t>⚠️ f32, f64 НЕ реалізують Hash (через NaN) — не можуть бути ключами!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Реєстр дронів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DroneRegistry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drones: HashMap&lt;u32, Drone&gt;,  // ID → Drone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DroneRegistry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DroneRegistry { drones: HashMap::new()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register(&amp;mut self, drone: Drone)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self.drones.insert(drone.id, drone);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get(&amp;self, id: u32) -&gt; Option&lt;&amp;Drone&gt;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self.drones.get(&amp;id)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remove(&amp;mut self, id: u32) -&gt; Option&lt;Drone&gt;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self.drones.remove(&amp;id)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count(&amp;self) -&gt; usize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self.drones.len()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Карта світу агента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#[derive(Clone, Copy, PartialEq, Eq, Hash)]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GridPos { x: i32, y: i32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CellType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Obstacle,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Target(TargetInfo),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Ally(u32),  // ID союзника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Unknown,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WorldMap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cells: HashMap&lt;GridPos, CellType&gt;,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WorldMap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WorldMap { cells: HashMap::new()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update(&amp;mut self, pos: GridPos, cell: CellType)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self.cells.insert(pos, cell);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get(&amp;self, pos: &amp;GridPos) -&gt; Option&lt;&amp;CellType&gt;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self.cells.get(pos)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Підрахунок статистики рою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Кількість дронів за ролями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count_by_role(&amp;self) -&gt; HashMap&lt;DroneRole, usize&gt;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counts = HashMap::new();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drone in &amp;self.drones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*counts.entry(drone.role).or_insert(0)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Кількість дронів за рівнем заряду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count_by_battery_level(&amp;self) -&gt; HashMap&lt;&amp;str, usize&gt;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counts = HashMap::new();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drone in &amp;self.drones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level = match drone.battery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0..=20 =&gt; "critical",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21..=50 =&gt; "low",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51..=80 =&gt; "medium",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=&gt; "high",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*counts.entry(level).or_insert(0)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Групування дронів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Групування дронів за секторами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group_by_sector(&amp;self) -&gt; HashMap&lt;SectorId, Vec&lt;&amp;Drone&gt;&gt;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groups: HashMap&lt;SectorId, Vec&lt;&amp;Drone&gt;&gt; = HashMap::new();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drone in &amp;self.drones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Some(sector) = drone.assigned_sector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groups.entry(sector).or_default().push(drone);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groups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Знайти дрона-командира кожної групи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get_commanders(&amp;self) -&gt; HashMap&lt;GroupId, &amp;Drone&gt;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self.drones.iter()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.filter(|d| d.is_commander)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.map(|d| (d.group_id, d))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.collect()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Основні методи HashMap (1/2)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Складність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insert(k, v)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Вставити/замінити → Option&lt;V&gt;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get(&amp;k)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Отримати → Option&lt;&amp;V&gt;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get_mut(&amp;k)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Мутабельне посилання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remove(&amp;k)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Видалити → Option&lt;V&gt;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contains_key(&amp;k)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Перевірити наявність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entry(k)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Entry API для умовних операцій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O(1)*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8346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* амортизована складність, в найгіршому — O(n)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Основні методи HashMap (2/2)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Складність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len()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Кількість пар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is_empty()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Чи порожній?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O(1)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clear()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Видалити все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keys()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Ітератор ключів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values() / values_mut()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Ітератор значень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iter() / iter_mut()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Ітератор пар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retain(f)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Залишити за умовою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HashMap&lt;K, V&gt; — колекція пар ключ-значення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Пошук, вставка, видалення — O(1)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Ключ має реалізовувати Hash + Eq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Порядок не гарантований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Основні операції: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insert / get / remove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Entry API для умовної вставки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iter / keys / values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 застосування: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Реєстр дронів: ID → Drone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Карта світу: Position → CellType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Статистика: Role → Count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HashSet, BTreeMap, просунуті приклади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HashMap та HashSet Частина 1</dc:title>
  <dc:subject>PptxGenJS Presentation</dc:subject>
  <dc:creator>О.С. Бичков</dc:creator>
  <cp:lastModifiedBy>О.С. Бичков</cp:lastModifiedBy>
  <cp:revision>1</cp:revision>
  <dcterms:created xsi:type="dcterms:W3CDTF">2026-01-02T16:58:03Z</dcterms:created>
  <dcterms:modified xsi:type="dcterms:W3CDTF">2026-01-02T16:58:03Z</dcterms:modified>
</cp:coreProperties>
</file>