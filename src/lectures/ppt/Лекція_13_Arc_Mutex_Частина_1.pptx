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13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E422B"/>
                </a:solidFill>
              </a:rPr>
              <a:t>Arc&lt;T&gt; та Mutex&lt;T&gt;: Спільний стан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Thread-safe спільне володіння та синхронізація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08080"/>
                </a:solidFill>
              </a:rPr>
              <a:t>Arc • Mutex • RwLock • Condvar • Barrier • Atomics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Приклади: спільний стан рою, координація агентів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Arc та Mutex глибоко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Нагадування: проблема спільного стану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Arc&lt;T&gt; — внутрішня будова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Atomic operations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Arc методи детально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Weak&lt;T&gt; для Arc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Arc::make_mut та Arc::get_mut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Mutex&lt;T&gt; — внутрішня будова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Poisoned mutex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MutexGuard lifetime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Паттерни з Mutex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try_lock та timeout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Спільний стан рою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Реєстр агентів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🤖 Command queue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Типові помилки з Arc/Mutex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RwLock, Condvar, Barrier, Atomics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Проблема: спільний стан між потоками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std::rc::Rc;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std::cell::RefCell;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Rc&lt;RefCell&lt;T&gt;&gt; — працює в одному потоці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counter = Rc::new(RefCell::new(0));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counter_clone = Rc::clone(&amp;counter);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*counter_clone.borrow_mut()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Error: `Rc&lt;RefCell&lt;i32&gt;&gt;` cannot be sent between threads safely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`Rc&lt;RefCell&lt;i32&gt;&gt;` cannot be shared between threads safely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Причини: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Rc — non-atomic reference counting (!Send)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RefCell — non-thread-safe borrow checking (!Sync)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2971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DCAA"/>
                </a:solidFill>
              </a:rPr>
              <a:t>Рішення: Arc&lt;Mutex&lt;T&gt;&gt; — atomic + locking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Arc&lt;T&gt; — внутрішня будова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Спрощена структура Arc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Arc&lt;T: ?Sized&gt;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ptr: NonNull&lt;ArcInner&lt;T&gt;&gt;,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ArcInner&lt;T: ?Sized&gt;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strong: AtomicUsize,  // Atomic лічильник strong refs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weak: AtomicUsize,    // Atomic лічильник weak refs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T,              // Дані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Arc::clone — atomic increment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Clone for Arc&lt;T&gt;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clone(&amp;self) -&gt; Arc&lt;T&gt;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Атомарно збільшуємо strong count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self.inner().strong.fetch_add(1, Ordering::Relaxed);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Arc { ptr: self.ptr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Drop — atomic decrement, free якщо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Drop for Arc&lt;T&gt;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drop(&amp;mut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self.inner().strong.fetch_sub(1, Ordering::Release) == 1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Останній strong — звільняємо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Atomic Operations — як це працює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Atomic operations — операції, що виконуються неподільно: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Інші потоки бачать або старе, або нове значення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Ніколи не бачать "половину" операції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Апаратна підтримка CPU (lock-free)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17830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std::sync::atomic::{AtomicUsize, Ordering};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counter = AtomicUsize::new(0);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fetch_add — атомарно: читає, додає, записує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old = counter.fetch_add(1, Ordering::SeqCst);  // old 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counter тепер =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load — атомарне читання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 = counter.load(Ordering::SeqCst);  //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store — атомарний запис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counter.store(42, Ordering::SeqCst);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compare_exchange — атомарний CAS (compare-and-swap)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counter.compare_exchange(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42,     // expected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100,    // new 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Ordering::SeqCst,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Ordering::SeqCst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  // Ok(42) — успішно замінили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Memory Ordering — рівні синхронізації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64592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Ordering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Коли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Relaxed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Тільки атомарність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Лічильники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Acquire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Синхронізує reads після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Lock acquire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Release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Синхронізує writes до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Lock release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AcqRel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Acquire + Release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Read-modify-write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SeqCst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Повний порядок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За замовчуванням, безпечно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651760"/>
            <a:ext cx="822960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724912"/>
            <a:ext cx="804672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Правило для початківців: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SeqCst — завжди безпечно, трохи повільніше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Relaxed — для простих лічильників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Acquire/Release — для lock/unlock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Arc використовує: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Relaxed для clone (просто лічильник)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Release для drop, Acquire для останнього drop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Arc методи детально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Створення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arc = Arc::new(vec![1, 2, 3]);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Clone — atomic increment, дешево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arc2 = Arc::clone(&amp;arc);  // ✓ Preferred style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arc3 = arc.clone();        // Теж працює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strong_count / weak_count — для дебагу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println!("Strong: {}", Arc::strong_count(&amp;arc));  // 3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ptr_eq — чи вказують на ті самі дані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assert!(Arc::ptr_eq(&amp;arc, &amp;arc2));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try_unwrap — спробувати отримати T якщо єдиний власник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arc = Arc::new(42);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Arc::try_unwrap(arc)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Ok(value) =&gt; println!("Got: {}", value),  // 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Err(arc) =&gt; println!("Still shared"),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into_inner (nightly) — те саме, panic якщо не єдиний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Arc::make_mut та Arc::get_mut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std::sync::Arc;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Arc::get_mut — отримати &amp;mut T якщо єдиний власник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arc = Arc::new(5);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Some(value) = Arc::get_mut(&amp;mut arc)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*value = 10;  // Можемо мутувати!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arc2 = Arc::clone(&amp;arc);  // Тепер 2 власники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assert!(Arc::get_mut(&amp;mut arc).is_none());  // None!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Arc::make_mut — Clone-on-write семантика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arc = Arc::new(vec![1, 2, 3]);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arc2 = Arc::clone(&amp;arc);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make_mut клонує дані якщо є інші власники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Arc::make_mut(&amp;mut arc).push(4);  // arc клонований!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arc);   // [1, 2, 3, 4]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arc2);  // [1, 2, 3] — оригінал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Корисно для copy-on-write оптимізації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Weak&lt;T&gt; для Arc — слабкі посилання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Weak};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Weak — не запобігає звільненню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strong = Arc::new(42);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weak: Weak&lt;i32&gt; = Arc::downgrade(&amp;strong);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println!("Strong: {}", Arc::strong_count(&amp;strong));  //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println!("Weak: {}", Arc::weak_count(&amp;strong));      //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upgrade() — спробувати отримати Arc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weak.upgrade()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Some(arc) =&gt; println!("Value: {}", arc),  // 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 =&gt; println!("Already dropped"),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Після drop strong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drop(strong);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assert!(weak.upgrade().is_none());  // Дані звільнені!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Використання: уникнення циклічних посилань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Parent -&gt; Child (Arc)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Child -&gt; Parent (Weak)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Weak не збільшує strong_count — дані можуть бути звільнені!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Mutex&lt;T&gt; — внутрішня будова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Спрощена структура Mutex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Mutex&lt;T: ?Sized&gt;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inner: sys::Mutex,     // OS-level mutex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poison: Flag,          // Чи запанікував попередній власник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data: UnsafeCell&lt;T&gt;,   // Interior mutability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lock() повертає MutexGuard — RAII guard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 struct MutexGuard&lt;'a, T: ?Sized + 'a&gt;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lock: &amp;'a Mutex&lt;T&gt;,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MutexGuard реалізує Deref/DerefMut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Deref for MutexGuard&lt;'_, 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Target = 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deref(&amp;self) -&gt; &amp;T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unsafe { &amp;*self.lock.data.get()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Drop MutexGuard — розблоковує mutex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impl&lt;T&gt; Drop for MutexGuard&lt;'_, T&gt;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drop(&amp;mut self)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unsafe { self.lock.inner.unlock();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Poisoned Mutex — отруєний mutex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std::sync::Mutex;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std::thread;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mutex = Mutex::new(vec![1, 2, 3]);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result = thread::spawn(||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guard = mutex.lock().unwrap();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guard.push(4);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panic!("Oops!");  // Паніка з утриманим lock!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}).join();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mutex тепер "отруєний" — дані можуть бути неконсистентні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mutex.lock()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Ok(guard) =&gt; println!("Data: {:?}", *guard),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Err(poisoned)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PoisonError містить guard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println!("Mutex was poisoned!");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Можемо все одно отримати дані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guard = poisoned.into_inner();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println!("Data anyway: {:?}", *guard);  // [1, 2, 3, 4]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clear_poison() — очистити poison flag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mutex.clear_poison();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MutexGuard Lifetime — тримайте коротко!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std::sync::Mutex;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mutex = Mutex::new(HashMap::new());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ПОГАНО — тримаємо lock надто довго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guard = mutex.lock().unwrap();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guard.insert("key", expensive_computation());  // Lock тримається!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Інші потоки чекають...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ДОБРЕ — мінімізуємо час 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value = expensive_computation();  // Без lock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guard = mutex.lock().unwrap();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guard.insert("key", value);  // Швидко!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Lock звільнено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✓ ДОБРЕ — отримати і відпустити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guard = mutex.lock().unwrap();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guard.get("key").cloned()  // Clone і відпустити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  // Lock звільнено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Тепер працюємо з value без lock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Паттерни з Mutex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Mutex};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Pattern 1: Immediate scope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data = Arc::new(Mutex::new(Vec::new()));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data.lock().unwrap().push(1);  // Lock і unlock в одному виразі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Pattern 2: Явний drop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guard = data.lock().unwrap();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*guard);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drop(guard);  // Явно звільняємо до кінця scope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Можемо робити інші речі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Pattern 3: Conditional mutation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Ok(mut guard) = data.try_lock()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guard.push(2);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println!("Mutex busy, skipping");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Pattern 4: Read-then-write (обережно!)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should_add = data.lock().unwrap().is_empty();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⚠️ Інший потік міг змінити між перевіркою і записом!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should_add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data.lock().unwrap().push(1);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try_lock та timeout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std::sync::Mutex;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std::time::Duration;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mutex = Mutex::new(42);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try_lock — не блокує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mutex.try_lock()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Ok(guard) =&gt; println!("Got: {}", *guard),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Err(TryLockError::WouldBlock) =&gt; println!("Mutex is locked"),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Err(TryLockError::Poisoned(e)) =&gt; println!("Poisoned: {:?}", 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Для timeout — використовуйте parking_lot crate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parking_lot::Mutex має try_lock_for та try_lock_until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реалізуйте самі з loop + try_lock + sleep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lock_with_timeout&lt;T&gt;(mutex: &amp;Mutex&lt;T&gt;, timeout: Duration)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-&gt; Option&lt;std::sync::MutexGuard&lt;T&gt;&gt;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start = std::time::Instant::now();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match mutex.try_lock()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Ok(guard) =&gt; return Some(guard),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Err(_) if start.elapsed() &gt; timeout =&gt; return None,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Err(_) =&gt; std::thread::yield_now(),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Спільний стан рою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Mutex};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Спільний стан всього рою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SwarmState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HashMap&lt;u32, AgentInfo&gt;,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world_map: WorldMap,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active_missions: Vec&lt;Mission&gt;,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global_stats: Stats,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/// Thread-safe обгортка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SharedSwarmState = Arc&lt;Mutex&lt;SwarmState&gt;&gt;;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SwarmState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SharedSwarmState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Arc::new(Mutex::new(SwarmState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agents: HashMap::new(),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world_map: WorldMap::new(),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active_missions: Vec::new(),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global_stats: Stats::default(),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Кожен агент отримує clone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spawn_agent(id: u32, state: SharedSwarmState) -&gt; JoinHandle&lt;()&gt;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thread::spawn(move ||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loop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mut state = state.lock().unwrap();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state.agents.get_mut(&amp;id).unwrap().update();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// Lock звільнено після блоку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Thread-safe реєстр агентів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Mutex};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std::collections::HashMap;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AgentRegistry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agents: Mutex&lt;HashMap&lt;u32, AgentInfo&gt;&gt;,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next_id: Mutex&lt;u32&gt;,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AgentRegistry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Arc&lt;Self&gt;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Arc::new(AgentRegistry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agents: Mutex::new(HashMap::new()),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next_id: Mutex::new(1),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register(&amp;self, info: AgentInfo) -&gt; u32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id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mut next = self.next_id.lock().unwrap();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id = *next;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*next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};  // next_id lock released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self.agents.lock().unwrap().insert(id, info);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get(&amp;self, id: u32) -&gt; Option&lt;AgentInfo&gt;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self.agents.lock().unwrap().get(&amp;id).cloned()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remove(&amp;self, id: u32) -&gt; Option&lt;AgentInfo&gt;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self.agents.lock().unwrap().remove(&amp;id)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Thread-safe черга команд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Mutex};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std::collections::VecDeque;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Command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MoveTo(Position),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Scan(Area),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Attack(TargetId),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CommandQueue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queue: Mutex&lt;VecDeque&lt;Command&gt;&gt;,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CommandQueue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new() -&gt; Arc&lt;Self&gt;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Arc::new(CommandQueue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queue: Mutex::new(VecDeque::new()),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push(&amp;self, cmd: Command)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self.queue.lock().unwrap().push_back(cmd);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pop(&amp;self) -&gt; Option&lt;Command&gt;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self.queue.lock().unwrap().pop_front()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push_urgent(&amp;self, cmd: Command)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self.queue.lock().unwrap().push_front(cmd);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len(&amp;self) -&gt; usize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self.queue.lock().unwrap().len()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Колектор статистики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std::sync::{Arc, Mutex};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#[derive(Default, Clone)]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AgentStats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moves: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scans: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messages_sent: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targets_detected: u64,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StatsCollector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per_agent: Mutex&lt;HashMap&lt;u32, AgentStats&gt;&gt;,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global: Mutex&lt;AgentStats&gt;,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StatsCollector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record_move(&amp;self, agent_id: u32)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let mut per = self.per_agent.lock().unwrap();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per.entry(agent_id).or_default().moves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self.global.lock().unwrap().moves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get_agent_stats(&amp;self, agent_id: u32) -&gt; Option&lt;AgentStats&gt;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self.per_agent.lock().unwrap().get(&amp;agent_id).cloned()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get_global_stats(&amp;self) -&gt; AgentStats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self.global.lock().unwrap().clone()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summary(&amp;self) -&gt; String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global = self.global.lock().unwrap();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format!("Moves: {}, Scans: {}", global.moves, global.scans)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Типові помилки з Arc/Mutex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18872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Clone Mutex замість Arc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 = Arc::new(Mutex::new(0));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m2 = m.lock().unwrap().clone();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Клонували дані, не Arc!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1887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Clone Arc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 = Arc::new(Mutex::new(0));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m2 = Arc::clone(&amp;m);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 і m2 → той самий Mutex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3931920" cy="109728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9456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Тримати guard через await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guard = mutex.lock().unwrap();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do_async_work().await; // 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Guard не Send!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148840"/>
            <a:ext cx="41148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194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Drop перед await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value = mutex.lock().unwrap().clone();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 guard; // або scope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do_async_work().await; // ✓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Ще типові помилки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2801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Double lock (deadlock)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5486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943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g1 = mutex.lock().unwrap();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g2 = mutex.lock().unwrap();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Deadlock! Чекаємо на себе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0" y="868680"/>
            <a:ext cx="41148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9144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Один lock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4709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g = mutex.lock().unwrap();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*g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*g += 1;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Один lock, багато операцій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3931920" cy="10058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E422B"/>
                </a:solidFill>
              </a:rPr>
              <a:t>❌ Ігнорування poison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54864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9436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 = mutex.lock().unwrap();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Panic якщо poisoned!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2240280"/>
            <a:ext cx="41148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2286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C9B0"/>
                </a:solidFill>
              </a:rPr>
              <a:t>✓ Обробка poison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70916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 = mutex.lock()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.unwrap_or_else(|p| p.into_inner());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Arc&lt;Mutex&lt;T&gt;&gt; vs Rc&lt;RefCell&lt;T&gt;&gt;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Rc&lt;RefCell&lt;T&gt;&gt;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Arc&lt;Mutex&lt;T&gt;&gt;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Thread-safe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Counter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Non-atomic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Atomic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Borrow check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Runtime (panic)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OS lock (block)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Overhead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Менший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Більший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Use case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Single thread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Multi thread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125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Poison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Ні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Так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834640"/>
            <a:ext cx="8229600" cy="5943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907792"/>
            <a:ext cx="804672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Правило: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Один потік → Rc&lt;RefCell&lt;T&gt;&gt;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Багато потоків → Arc&lt;Mutex&lt;T&gt;&gt; або Arc&lt;RwLock&lt;T&gt;&gt;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Interior Mutability: повне порівняння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5544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Тип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Thread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Block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 вимоги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Cell&lt;T&gt;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T: Copy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RefCell&lt;T&gt;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Runtime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Mutex&lt;T&gt;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OS Lock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RwLock&lt;T&gt;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OS Lock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AtomicT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✓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Primitives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560320"/>
            <a:ext cx="8229600" cy="868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633472"/>
            <a:ext cx="804672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Block = чи блокує потік при конфлікті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Cell/RefCell — panic при порушенні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Mutex — блокує потік до звільнення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Atomic — lock-free, ніколи не блокує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Arc&lt;T&gt; — Atomic Reference Counting: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Thread-safe shared ownership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Clone = atomic increment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Weak&lt;T&gt; для уникнення циклів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make_mut для copy-on-write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Mutex&lt;T&gt; — Mutual Exclusion: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Тільки один потік має доступ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MutexGuard — RAII, auto unlock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Poisoned якщо panic з lock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Мінімізуйте час lock!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Arc&lt;Mutex&lt;T&gt;&gt; — стандартний патерн для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спільного мутабельного стану між потоками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RwLock, Condvar, Barrier, Atomics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 Mutex Частина 1</dc:title>
  <dc:subject>PptxGenJS Presentation</dc:subject>
  <dc:creator>О.С. Бичков</dc:creator>
  <cp:lastModifiedBy>О.С. Бичков</cp:lastModifiedBy>
  <cp:revision>1</cp:revision>
  <dcterms:created xsi:type="dcterms:W3CDTF">2026-01-02T18:24:26Z</dcterms:created>
  <dcterms:modified xsi:type="dcterms:W3CDTF">2026-01-02T18:24:26Z</dcterms:modified>
</cp:coreProperties>
</file>