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21 (продовження)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Actor Model: Coordinator та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Координатор, Supervision, повна система рою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</a:rPr>
              <a:t>Coordinator • Registry • Supervisor • EventBus • SwarmSystem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Production-ready рій БПЛА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2: Coordinator та System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CoordinatorMessage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CoordinatorActor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Coordinator handle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Drone Registry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Event Bus 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SwarmEvent types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Supervisor 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Supervision strategies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SwarmSystem struct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System initialization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🤖 Full drone swarm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Mission assignment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Target detection flow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Testing the system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Best practices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Підсумок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CoordinatorMessage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Повідомлення для Coordinator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CoordinatorMessage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=== Управління дронами 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RegisterDrone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drone_id: DroneId,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handle: DroneHandle,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reply: oneshot::Sender&lt;Result&lt;(), CoordinatorError&gt;&gt;,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UnregisterDrone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drone_id: DroneId,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=== Звіти від дронів 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DroneReport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drone_id: DroneId,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status: DroneStatus,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TargetDetected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drone_id: DroneId,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target: Target,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=== Місії 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AssignMission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mission: Mission,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reply: oneshot::Sender&lt;Result&lt;DroneId, CoordinatorError&gt;&gt;,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=== Запити 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GetDroneStatus(Ask&lt;GetDroneStatusRequest&gt;),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GetAllDrones(Ask&lt;GetAllDronesRequest&gt;),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GetSystemStats(Ask&lt;GetSystemStatsRequest&gt;),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=== Lifecycle 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Shutdown,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CoordinatorActor — структура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CoordinatorActor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Реєстр дронів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drones: HashMap&lt;DroneId, DroneEntry&gt;,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Активні місії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missions: HashMap&lt;MissionId, MissionEntry&gt;,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Event Bus для broadcast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event_bus: Option&lt;ActorRef&lt;EventBusMessage&gt;&gt;,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Статистика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stats: CoordinatorStats,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DroneEntry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handle: DroneHandle,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last_status: Option&lt;DroneStatus&gt;,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last_update: Instant,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assigned_mission: Option&lt;MissionId&gt;,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MissionEntry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mission: Mission,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assigned_drone: Option&lt;DroneId&gt;,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status: MissionStatus,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#[derive(Default)]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CoordinatorStats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total_drones: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active_missions: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targets_detected: 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missions_completed: 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CoordinatorActor — Actor impl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#[async_trait]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Actor for CoordinatorActor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Message = CoordinatorMessage;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on_start(&amp;mut self, ctx: &amp;mut ActorContext&lt;Self&gt;)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tracing::info!("Coordinator starting");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Periodic health check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ctx.schedule_repeat(Duration::from_secs(5),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CoordinatorMessage::HealthCheck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handle(&amp;mut self, msg: CoordinatorMessage, ctx: &amp;mut ActorContext&lt;Self&gt;)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CoordinatorMessage::RegisterDrone { drone_id, handle, reply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result = self.register_drone(drone_id, handle);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_ = reply.send(result);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CoordinatorMessage::DroneReport { drone_id, status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self.update_drone_status(drone_id, status);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CoordinatorMessage::TargetDetected { drone_id, target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self.handle_target_detected(drone_id, target, ctx).await;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CoordinatorMessage::AssignMission { mission, reply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result = self.assign_mission(mission).await;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_ = reply.send(result);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CoordinatorMessage::Shutdown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self.shutdown_all_drones().await;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ctx.stop();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CoordinatorActor — методи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CoordinatorActor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register_drone(&amp;mut self, id: DroneId, handle: DroneHandle) -&gt; Result&lt;(), CoordinatorError&gt;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self.drones.contains_key(&amp;id)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Err(CoordinatorError::DroneAlreadyRegistered(id));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self.drones.insert(id, DroneEntry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handle,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last_status: 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last_update: Instant::now(),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assigned_mission: 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self.stats.total_drones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tracing::info!(drone_id = ?id, "Drone registered");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update_drone_status(&amp;mut self, id: DroneId, status: DroneStatus)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Some(entry) = self.drones.get_mut(&amp;id)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entry.last_status = Some(status);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entry.last_update = Instant::now();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find_available_drone(&amp;self, target_pos: Position) -&gt; Option&lt;DroneId&gt;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.filter(|(_, entry)|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entry.assigned_mission.is_none() &amp;&amp;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entry.last_status.as_ref()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.map(|s| matches!(s.state, DroneState::Idle) &amp;&amp; s.battery &gt; 30)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.unwrap_or(false)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.min_by_key(|(_, entry)|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pos = entry.last_status.as_ref().unwrap().position;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((pos.x - target_pos.x).powi(2) + (pos.y - target_pos.y).powi(2)) as i64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.map(|(id, _)| *id)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Mission Assignment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CoordinatorActor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assign_mission(&amp;mut self, mission: Mission) -&gt; Result&lt;DroneId, CoordinatorError&gt;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Знаходимо найкращого дрона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drone_id = self.find_available_drone(mission.target_area.center())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.ok_or(CoordinatorError::NoDroneAvailable)?;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Призначаємо місію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mission_id = mission.id;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self.missions.insert(mission_id, MissionEntry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mission: mission.clone(),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assigned_drone: Some(drone_id),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status: MissionStatus::Assigned,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Оновлюємо дрона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Some(entry) = self.drones.get_mut(&amp;drone_id)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entry.assigned_mission = Some(mission_id);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Надсилаємо команду дрону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entry.handle.start_patrol(mission.target_area.clone()).await?;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self.stats.active_missions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tracing::info!(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mission_id = ?mission_id,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drone_id = ?drone_id,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"Mission assigned"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Ok(drone_id)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Target Detection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CoordinatorActor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handle_target_detected(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&amp;mut self,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drone_id: DroneId,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target: Target,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ctx: &amp;ActorContext&lt;Self&gt;,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self.stats.targets_detected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tracing::warn!(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drone_id = ?drone_id,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target_id = ?target.id,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 = ?target.position,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"Target detected!"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Broadcast event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Some(event_bus) = &amp;self.event_bus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_ = event_bus.send(EventBusMessage::Publish(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SwarmEvent::TargetDetected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detector: drone_id,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target: target.clone(),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Призначаємо додаткових дронів для підтримки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target.threat_level &gt;= ThreatLevel::High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self.request_support(drone_id, target.position).await;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request_support(&amp;mut self, except: DroneId, position: Position)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Знаходимо найближчих дронів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support_drones: Vec&lt;_&gt; = self.drones.iter()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.filter(|(id, _)| **id != except)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.take(2)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.map(|(id, _)| *id)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drone_id in support_drones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let Some(entry) = self.drones.get(&amp;drone_id)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_ = entry.handle.move_to(position).await;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CoordinatorHandle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CoordinatorHandle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actor_ref: ActorRef&lt;CoordinatorMessage&gt;,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CoordinatorHandle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spawn(event_bus: Option&lt;ActorRef&lt;EventBusMessage&gt;&gt;)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actor = CoordinatorActor::new(event_bus);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actor_ref = spawn_actor(actor);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CoordinatorHandle { actor_ref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register_drone(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&amp;self,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drone_id: DroneId,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handle: DroneHandle,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-&gt; Result&lt;(), CoordinatorError&gt;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(tx, rx) = oneshot::channel();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self.actor_ref.send(CoordinatorMessage::RegisterDrone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drone_id, handle, reply: tx,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rx.await.map_err(|_| CoordinatorError::ActorStopped)?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assign_mission(&amp;self, mission: Mission) -&gt; Result&lt;DroneId, CoordinatorError&gt;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(tx, rx) = oneshot::channel();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self.actor_ref.send(CoordinatorMessage::AssignMission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mission, reply: tx,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rx.await.map_err(|_| CoordinatorError::ActorStopped)?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shutdown(&amp;self) -&gt; Result&lt;(), ActorError&gt;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self.actor_ref.send(CoordinatorMessage::Shutdown).await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EventBus Actor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tokio::sync::broadcast;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SwarmEvent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DroneRegistered(DroneId),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DroneUnregistered(DroneId),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TargetDetected { detector: DroneId, target: Target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MissionAssigned { mission_id: MissionId, drone_id: DroneId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MissionCompleted { mission_id: MissionId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AlertLevel(AlertLevel),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SystemShutdown,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EventBusMessage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Publish(SwarmEvent),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Subscribe(oneshot::Sender&lt;broadcast::Receiver&lt;SwarmEvent&gt;&gt;),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EventBusActor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sender: broadcast::Sender&lt;SwarmEvent&gt;,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#[async_trait]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Actor for EventBusActor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Message = EventBusMessage;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handle(&amp;mut self, msg: EventBusMessage, _ctx: &amp;mut ActorContext&lt;Self&gt;)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EventBusMessage::Publish(event)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_ = self.sender.send(event);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EventBusMessage::Subscribe(reply)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_ = reply.send(self.sender.subscribe());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Registry Actor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std::any::Any;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RegistryMessage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actor: Box&lt;dyn Any + Send + Sync&gt;,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reply: oneshot::Sender&lt;Result&lt;(), RegistryError&gt;&gt;,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Lookup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reply: oneshot::Sender&lt;Option&lt;Box&lt;dyn Any + Send + Sync&gt;&gt;&gt;,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Unregister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RegistryActor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actors: HashMap&lt;String, Box&lt;dyn Any + Send + Sync&gt;&gt;,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RegistryActor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RegistryActor { actors: HashMap::new()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#[async_trait]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Actor for RegistryActor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Message = RegistryMessage;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handle(&amp;mut self, msg: RegistryMessage, _ctx: &amp;mut ActorContext&lt;Self&gt;)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RegistryMessage::Register { name, actor, reply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self.actors.insert(name, actor);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_ = reply.send(Ok(()));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RegistryMessage::Lookup { name, reply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Clone is tricky with Any, usually we store ActorRef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_ = reply.send(None); // Simplified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RegistryMessage::Unregister { name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self.actors.remove(&amp;name);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Supervisor Actor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tokio::task::JoinSet;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SupervisorActor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children: JoinSet&lt;SupervisedResult&gt;,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child_specs: HashMap&lt;ActorId, ChildSpec&gt;,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strategy: SupervisionStrategy,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max_restarts: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restart_window: Duration,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restart_counts: HashMap&lt;ActorId, Vec&lt;Instant&gt;&gt;,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SupervisionStrategy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OneForOne,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OneForAll,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ChildSpec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factory: Box&lt;dyn Fn() -&gt; BoxFuture&lt;'static, SupervisedResult&gt; + Send + Sync&gt;,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SupervisorActor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supervise(&amp;mut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let Some(result) = self.children.join_next().await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match 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Ok(Ok(actor_id))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tracing::info!(actor_id = ?actor_id, "Child completed normally");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Ok(Err((actor_id, error)))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self.handle_failure(actor_id, error).await;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Err(join_error)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tracing::error!("Child panicked: {:?}", join_error);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Supervisor — Handle Failure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SupervisorActor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handle_failure(&amp;mut self, actor_id: ActorId, error: ActorError)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tracing::warn!(actor_id = ?actor_id, error = ?error, "Child failed");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Check restart limits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restarts = self.restart_counts.entry(actor_id).or_default();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now = Instant::now();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Remove old restarts outside window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restarts.retain(|t| now.duration_since(*t) &lt; self.restart_window);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restarts.len() &gt;= self.max_restarts as usize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tracing::error!(actor_id = ?actor_id, "Max restarts exceeded, stopping");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self.child_specs.remove(&amp;actor_id);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Apply strategy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self.strategy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SupervisionStrategy::OneForOne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self.restart_child(actor_id).await;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SupervisionStrategy::OneForAll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self.restart_all_children().await;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restarts.push(now);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restart_child(&amp;mut self, actor_id: ActorId)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Some(spec) = self.child_specs.get(&amp;actor_id)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tracing::info!(actor_id = ?actor_id, "Restarting child");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future = (spec.factory)();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self.children.spawn(future);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SwarmSystem — головна структура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Повна система рою БПЛА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SwarmSystem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Core actors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coordinator: CoordinatorHandle,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event_bus: ActorRef&lt;EventBusMessage&gt;,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registry: ActorRef&lt;RegistryMessage&gt;,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Drones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drones: HashMap&lt;DroneId, DroneHandle&gt;,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Shutdown coordination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shutdown_token: CancellationToken,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SwarmSystem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Create event bus first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event_bus = spawn_actor(EventBusActor::new());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Create registry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registry = spawn_actor(RegistryActor::new());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Create coordinator with event bus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coordinator = CoordinatorHandle::spawn(Some(event_bus.clone()));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SwarmSystem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coordinator,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event_bus,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registry,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drones: HashMap::new(),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shutdown_token: CancellationToken::new(),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SwarmSystem — spawn drones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SwarmSystem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Додати нового дрона до рою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spawn_drone(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&amp;mut self,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id: DroneId,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config: DroneConfig,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base: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-&gt; Result&lt;DroneHandle, SwarmError&gt;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Create drone actor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drone = DroneHandle::spawn(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config,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Some(self.coordinator.actor_ref.clone()),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Register with coordinator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self.coordinator.register_drone(id, drone.clone()).await?;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Store locally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self.drones.insert(id, drone.clone());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tracing::info!(drone_id = ?id, "Drone spawned and registered");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Ok(drone)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Spawn кількох дронів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spawn_drone_fleet(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&amp;mut self,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config: DroneConfig,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base_positions: impl Iterator&lt;Item = Position&gt;,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-&gt; Result&lt;Vec&lt;DroneHandle&gt;, SwarmError&gt;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handles = Vec::new();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(i, base) in base_positions.take(count).enumerate()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id = DroneId(i as u64);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handle = self.spawn_drone(id, config.clone(), base).await?;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handles.push(handle);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Ok(handles)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SwarmSystem — run та shutdown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SwarmSystem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Subscribe to swarm events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subscribe_events(&amp;self) -&gt; broadcast::Receiver&lt;SwarmEvent&gt;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(tx, rx) = oneshot::channel();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self.event_bus.send(EventBusMessage::Subscribe(tx)).await.ok();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rx.await.unwrap()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Assign a mission to the swarm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assign_mission(&amp;self, mission: Mission) -&gt; Result&lt;DroneId, SwarmError&gt;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self.coordinator.assign_mission(mission).await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.map_err(SwarmError::Coordinator)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Graceful shutdown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shutdown(&amp;mut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tracing::info!("Initiating swarm shutdown");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Broadcast shutdown event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_ = self.event_bus.send(EventBusMessage::Publish(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SwarmEvent::SystemShutdown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Shutdown coordinator (it will shutdown all drones)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_ = self.coordinator.shutdown().await;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Wait for cleanup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tokio::time::sleep(Duration::from_secs(2)).await;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tracing::info!("Swarm shutdown complete");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Wait for Ctrl+C and shutdown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wait_for_shutdown(&amp;mut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tokio::signal::ctrl_c().await.ok();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self.shutdown().await;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Повний приклад — main()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-&gt; Result&lt;(), Box&lt;dyn std::error::Error&gt;&gt;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Initialize logging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tracing_subscriber::fmt::init();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tracing::info!("Starting Drone Swarm System");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Create swarm system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swarm = SwarmSystem::new().await;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Subscribe to events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events = swarm.subscribe_events().await;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tokio::spawn(async move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let Ok(event) = events.recv().await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tracing::info!("Event: {:?}", event);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Spawn drone fleet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base_positions = (0..10).map(|i| Position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x: (i % 5) as f64 * 100.0,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y: (i / 5) as f64 * 100.0,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z: 0.0,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swarm.spawn_drone_fleet(10, DroneConfig::default(), base_positions).await?;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Assign a patrol mission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mission = Mission::new_patrol(Area::new(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Position::new(0.0, 0.0, 50.0),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Position::new(500.0, 500.0, 100.0),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swarm.assign_mission(mission).await?;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Wait for shutdown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swarm.wait_for_shutdown().await;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Testing Actors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#[cfg(test)]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 tests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 super::*;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#[tokio::test]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test_drone_actor()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drone = DroneHandle::spawn(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DroneId(1),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DroneConfig::default(),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Position::new(0.0, 0.0, 0.0),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Test get_status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status = drone.get_status().await.unwrap();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assert!(matches!(status.state, DroneState::Idle));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assert_eq!(status.battery, 100);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Test move_to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drone.move_to(Position::new(100.0, 0.0, 0.0)).await.unwrap();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tokio::time::sleep(Duration::from_millis(500)).await;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status = drone.get_status().await.unwrap();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assert!(matches!(status.state, DroneState::Moving { .. 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Test shutdown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drone.shutdown().await.unwrap();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#[tokio::test]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test_coordinator_mission()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swarm = SwarmSystem::new().await;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swarm.spawn_drone(DroneId(1), DroneConfig::default(), Position::ORIGIN).await.unwrap();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mission = Mission::new_patrol(Area::default());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drone_id = swarm.assign_mission(mission).await.unwrap();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assert_eq!(drone_id, DroneId(1));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Повна архітектура системи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SwarmSystem                     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┌─────────────┐  ┌─────────────┐  ┌─────────────┐ 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EventBus   │  │  Registry   │  │  Supervisor │ 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(Actor)   │  │   (Actor)   │  │   (Actor)   │ 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└──────┬──────┘  └─────────────┘  └──────┬──────┘ 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│ broadcast                        │ supervises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↓                                  ↓       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┌─────────────────────────────────────────────────┐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        Coordinator (Actor)                 │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- Drone Registry                               │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- Mission Assignment                           │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- Target Handling                              │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└──────────────────────┬──────────────────────────┘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│ manages                  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┌───────────────┼───────────────┐          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↓               ↓               ↓          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┌─────────┐    ┌─────────┐    ┌─────────┐      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│ Drone 1 │    │ Drone 2 │    │ Drone N │      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│ (Actor) │    │ (Actor) │    │ (Actor) │      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└─────────┘    └─────────┘    └─────────┘      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Message Flow — Target Detection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3774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41832"/>
            <a:ext cx="8046720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Потік при виявленні цілі: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Drone tick() → scan_environment()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Drone виявляє Target → send to Coordinator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DroneMessage::TargetDetected { drone_id, target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Coordinator обробляє: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- Оновлює статистику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- Broadcast через EventBus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- Якщо high threat → request_support()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EventBus broadcast: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SwarmEvent::TargetDetected { detector, target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Інші компоненти отримують подію: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- Dashboard оновлюється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- Logger записує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- AlertSystem перевіряє threat level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Coordinator призначає support drones: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- find_available_drones()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- send MoveTo commands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Best Practices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Actor Design: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Single responsibility per 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Immutable messages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Handle pattern для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Timeout на всі request-reply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System Design: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EventBus для loose coupling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Registry для discovery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Supervisor для fault tolerance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Graceful shutdown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Avoid: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Blocking in handle()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Circular dependencies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Large messages (use Arc)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Unbounded mailboxes in production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 Best Practices: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Periodic health checks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Battery monitoring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Mission timeout handling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Performance Considerations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Mailbox Sizing: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Commands: 100-500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Telemetry: 1000-5000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Events: 100-1000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Message Throughput: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Small messages: ~1M/sec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With async handling: ~100K/sec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With I/O: depends on I/O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Actor Count: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Thousands of actors: 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Memory: ~KB per 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Tokio handles scheduling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Optimizations: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Batch messages where possible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Use try_send for non-critical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Monitor mailbox length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Profile with tokio-console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 лекції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Actor Framework на Tokio: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Actor trait + ActorRef + ActorContext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Request-Reply з Ask pattern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Scheduled messages (once, repeat)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System Components: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Coordinator — центральне управління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EventBus — broadcast events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Registry — actor discovery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Supervisor — fault tolerance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SwarmSystem: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Full drone fleet management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Mission assignment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Target detection flow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Graceful shutdown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Наступна лекція: Rayon — Data Parallelism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Завдання для самостійної роботи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Counter Actor (базове):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Increment, Decrement, GetValue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Tests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Timer Actor: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Schedule once/repeat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Cancel scheduled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Drone Actor: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State machine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Tick-based movement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Battery simulation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Coordinator: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Drone registry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Mission assignment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Status queries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Full Swarm: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10 дронів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EventBus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Target detection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Graceful shutdown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Integration tests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🦀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Actor System опановано!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</a:rPr>
              <a:t>Coordinator • EventBus • Supervisor • SwarmSystem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9B0"/>
                </a:solidFill>
              </a:rPr>
              <a:t>Питання?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Actor Tokio Частина 2</dc:title>
  <dc:subject>PptxGenJS Presentation</dc:subject>
  <dc:creator>О.С. Бичков</dc:creator>
  <cp:lastModifiedBy>О.С. Бичков</cp:lastModifiedBy>
  <cp:revision>1</cp:revision>
  <dcterms:created xsi:type="dcterms:W3CDTF">2026-01-02T19:38:00Z</dcterms:created>
  <dcterms:modified xsi:type="dcterms:W3CDTF">2026-01-02T19:38:00Z</dcterms:modified>
</cp:coreProperties>
</file>