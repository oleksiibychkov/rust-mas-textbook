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Практикум: Асинхронний рій v4.0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Інтеграція всіх async концепцій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Tokio • Actors • Channels • Streams • Supervision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система керування роєм БПЛА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Архітектура та базові компоненти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Мета практикуму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🎯 Створити production-ready систему керування роєм БПЛА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Інтеграція вивченого: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Tokio runtime та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Async channels (mpsc, broadcast, watch, oneshot)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Actor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Streams для телеметрії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Supervision для fault tolerance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Функціональність: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100+ асинхронних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Централізований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Event-driven архітектура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Real-time телеметрія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Mission planning та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 detection та response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практикуму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1: Архітектура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Огляд 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Структура проєкту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Cargo.toml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Core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Error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Configuration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DroneActor повністю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DroneHandle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Частина 2: Система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CoordinatorActor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TelemetryCollector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SwarmSystem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Mission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Metrics та monitoring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Запуск та демо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Архітектура системи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Async Swarm v4.0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┌─────────────┐   broadcast    ┌─────────────┐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EventBus   │◄──────────────►│  Dashboard  │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└──────┬──────┘                └─────────────┘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│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┌──────┴──────┐    mpsc     ┌─────────────────┐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Coordinator │◄───────────►│TelemetryCollector│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└──────┬──────┘             └─────────────────┘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│ manages                     ▲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┌──────┴──────┬──────┬──────┐       │ stream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▼             ▼      ▼      ▼       │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┌──────┐    ┌──────┐ ┌──────┐ ┌──────┐│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│Drone1│    │Drone2│ │Drone3│ │DroneN││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│Actor │───►│Actor │ │Actor │ │Actor │┘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└──────┘    └──────┘ └──────┘ └──────┘ telemetry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Структура проєкту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async_swarm/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Cargo.toml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main.rs              # Entry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lib.rs               # Public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actor/               # Actor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traits.rs        # Actor, Message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context.rs       # ActorContext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reference.rs     # ActorRef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spawn.rs         # spawn_actor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drone/               # Drone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actor.rs         # DroneActor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handle.rs        # DroneHandle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message.rs       # DroneMessage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state.rs         # DroneState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coordinator/         # Coordinator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actor.rs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handle.rs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message.rs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system/              # SwarmSystem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config.rs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events.rs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telemetry.rs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types/               # Core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mod.rs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position.rs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mission.rs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error.rs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integration.rs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Cargo.toml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[package]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"async_swarm"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"4.0.0"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edition = "2021"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Async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 = { version = "1", features = ["full", "tracing"]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tokio-util = { version = "0.7", features = ["rt"]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tokio-stream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futures = "0.3"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async-trait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async-stream = "0.3"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Serialization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serde = { version = "1", features = ["derive"]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serde_json = "1"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thiserror = "1"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anyhow = "1"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Logging &amp; tracing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= "0.1"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tracing-subscriber = { version = "0.3", features = ["env-filter"]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= { version = "1", features = ["v4", "serde"]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= "0.8"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[dev-dependencies]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tokio-test = "0.4"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[[bin]]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"swarm"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"src/main.rs"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Core Types — Position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src/types/position.rs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serde::{Deserialize, Serialize};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3D позиція в просторі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x: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z: f64,  // Висота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const ORIGIN: Position = Position { x: 0.0, y: 0.0, z: 0.0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new(x: f64, y: f64, z: f64)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 { x, y, z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Евклідова відстань до іншої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distance_to(&amp;self, other: &amp;Position) -&gt; f64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self.x - other.x;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self.y - other.y;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dz = self.z - other.z;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(dx * dx + dy * dy + dz * dz).sqrt()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в напрямку цілі з заданою швидкістю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move_towards(&amp;mut self, target: &amp;Position, speed: f64)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dist = self.distance_to(target);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dist &lt;= speed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*self = *target;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ratio = speed / dist;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self.x += (target.x - self.x)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self.y += (target.y - self.y)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self.z += (target.z - self.z) * ratio;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Core Types — Identifiers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src/types/mod.rs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serde::{Deserialize, Serialize};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std::sync::atomic::{AtomicU64,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ID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DroneId(pub 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static COUNTER: AtomicU64 = AtomicU64::new(0);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DroneId(COUNTER.fetch_add(1, Ordering::Relaxed))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fmt::Display for DroneId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fmt(&amp;self, f: &amp;mut fmt::Formatter&lt;'_&gt;) -&gt; fmt::Result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write!(f, "Drone-{}", self.0)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ID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MissionId(pub uuid::Uuid);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MissionId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MissionId(uuid::Uuid::new_v4())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ID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PartialEq, Eq, Hash,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TargetId(pub u64);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Error Handling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src/types/error.rs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thiserror::Error;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crate::types::{DroneId, MissionId};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Error)]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SwarmError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#[error("Actor error: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Actor(#[from] ActorError),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#[error("Coordinator error: {0}")]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Coordinator(#[from] CoordinatorError),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#[error("System not initialized")]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NotInitialized,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Error)]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ActorError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#[error("Mailbox full")]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MailboxFull,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#[error("Actor stopped")]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ActorStopped,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#[error("Request timeout")]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Error)]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CoordinatorError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{0} already registered")]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DroneAlreadyRegistered(DroneId),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#[error("Drone {0} not found")]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DroneNotFound(DroneId),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#[error("No available drones for mission")]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NoDroneAvailable,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#[error("Mission {0} not found")]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MissionNotFound(MissionId),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src/system/config.rs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serde::{Deserialize, Serialize};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drone_count: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drone_config: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coordinator_config: CoordinatorConfig,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telemetry_interval: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drone_count: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drone_config: DroneConfig::default(),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coordinator_config: CoordinatorConfig::default(),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telemetry_interval: Duration::from_millis(100),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speed: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scan_radius: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low_battery_threshold: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critical_battery_threshold: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tick_interval: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mailbox_size: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Default for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default()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speed: 10.0,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scan_radius: 50.0,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low_battery_threshold: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critical_battery_threshold: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tick_interval: Duration::from_millis(100),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mailbox_size: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Trait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src/actor/traits.rs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async_trait::async_trait;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crate::actor::context::ActorContext;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Головний trait для всіх акторів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Actor: Send + Sized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Тип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Message: Send + 'static;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Lifecycle: перед початком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_ctx: &amp;mut ActorContext&lt;Self&gt;)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msg: Self::Message,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ctx: &amp;mut ActorContext&lt;Self&gt;,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Lifecycle: після зупинки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on_stop(&amp;mut self, _ctx: &amp;mut ActorContext&lt;Self&gt;)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Назва для логування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std::any::type_name::&lt;Self&gt;().to_string()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request-reply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Request: Send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Response: Send + 'static;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ActorContext — повна версія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src/actor/context.rs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ActorContext&lt;A: Actor&gt;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ActorId,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self_ref: ActorRef&lt;A::Message&gt;,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self_sender: mpsc::Sender&lt;A::Message&gt;,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impl&lt;A: Actor&gt; ActorContext&lt;A&gt;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self_ref(&amp;self) -&gt; ActorRef&lt;A::Message&gt;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self.self_ref.clone()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stop(&amp;self)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self.cancellation.cancel();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is_stopping(&amp;self)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self.cancellation.is_cancelled()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собі пізніше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schedule_once(&amp;self, delay: Duration, msg: A::Message)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sender = self.self_sender.clone();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tokio::time::sleep(delay).await;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sender.send(msg).await;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Періодичні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schedule_repeat&lt;F&gt;(&amp;self, interval: Duration, msg_fn: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F: Fn() -&gt; A::Message + Send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sender = self.self_sender.clone();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token = self.cancellation.clone();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interval = tokio::time::interval(interval);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_ = token.cancelled()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_ = interval.tick() =&gt; { let _ = sender.send(msg_fn()).await;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ActorRef — повна версія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src/actor/reference.rs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oneshot};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ActorRef&lt;M: Send + 'static&gt;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ActorId,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mpsc::Sender&lt;M&gt;,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impl&lt;M: Send + 'static&gt; ActorRef&lt;M&gt;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new(id: ActorId, sender: mpsc::Sender&lt;M&gt;)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ActorRef { id,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id(&amp;self) -&gt; ActorId { self.id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send(&amp;self, msg: M)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self.sender.send(msg).await.map_err(|_| ActorError::ActorStopped)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try_send(&amp;self, msg: M)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self.sender.try_send(msg).map_err(|e| match 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mpsc::error::TrySendError::Full(_) =&gt; ActorError::MailboxFull,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mpsc::error::TrySendError::Closed(_) =&gt; ActorError::ActorStopped,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is_alive(&amp;self) -&gt; bool { !self.sender.is_closed()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Request-Reply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ask&lt;R, F&gt;(&amp;self, make_msg: F, timeout: Duration) -&gt; Result&lt;R::Response, ActorError&gt;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R: Request, F: FnOnce(oneshot::Sender&lt;R::Response&gt;) -&gt; 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self.send(make_msg(tx)).await?;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tokio::time::timeout(timeout, rx).await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ActorError::Timeout)?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ActorError::ActorStopped)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impl&lt;M: Send + 'static&gt; Clone for ActorRef&lt;M&gt;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clone(&amp;self) -&gt; Self { ActorRef { id: self.id, sender: self.sender.clone()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spawn_actor — запуск актора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src/actor/spawn.rs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tokio_util::sync::CancellationToken;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tracing::{info, debug, error};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spawn_actor&lt;A: Actor&gt;(actor: A, mailbox_size: usize) -&gt; ActorRef&lt;A::Message&gt;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 = ActorId::new();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mpsc::channel(mailbox_size);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cancellation = CancellationToken::new();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actor_ref = ActorRef::new(id, tx.clone());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ctx = ActorContext::new(id, actor_ref.clone(), tx, cancellation);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tokio::spawn(run_actor_loop(actor, rx, ctx));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run_actor_loop&lt;A: Actor&gt;(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actor: 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rx: mpsc::Receiver&lt;A::Message&gt;,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ctx: ActorContext&lt;A&gt;,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name = actor.name();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info!(actor_id = ?ctx.id, name = %name, "Actor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actor.on_start(&amp;mut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 ctx.cancellation.cancelled()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debug!(actor_id = ?ctx.id, "Actor cancelled");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 = rx.recv()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Some(m) =&gt; actor.handle(m, &amp;mut ctx).await,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None =&gt; { debug!(actor_id = ?ctx.id, "Mailbox closed"); break;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actor.on_stop(&amp;mut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info!(actor_id = ?ctx.id, name = %name, "Actor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DroneState — стани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src/drone/state.rs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crate::types::{Position, MissionId, Area};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Ініціалізація систем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Initializing,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Готовий до команд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Рух до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MoveReason,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Патрулювання зони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waypoints: Vec&lt;Position&gt;,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current_waypoint: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Повернення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ReturnReason,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Аварійна зупинка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Зарядка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Charging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target_level: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MoveReason { Command, Patrol, Support, Avoidance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ReturnReason { LowBattery, MissionComplete, Commanded, Emergency 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DroneMessage — повідомлення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src/drone/message.rs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crate::drone::state::DroneState;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Повідомлення для DroneActor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Commands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StartPatrol { area: Area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EmergencyStop { reason: String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Queries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GetStatus { reply: oneshot::Sender&lt;DroneStatus&gt;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GetPosition { reply: oneshot::Sender&lt;Position&gt;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GetBattery { reply: oneshot::Sender&lt;u8&gt;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Internal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BatteryDrain(u8),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Статус дрона для звітів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state: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velocity: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mission: Option&lt;MissionId&gt;,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Телеметрія для streaming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DroneTelemetry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timestamp: std::time::Instant,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state_name: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DroneActor — структура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src/drone/actor.rs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crate::actor::*;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crate::drone::{message::*, state::*};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crate::coordinator::CoordinatorHandle;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crate::system::config::DroneConfig;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std::time::Instant;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Ідентифікація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Фізичний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velocity: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Логічний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DroneState,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mission: Option&lt;MissionId&gt;,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Конфігурація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Зв'язки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Option&lt;CoordinatorHandle&gt;,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Метрики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ticks: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started_at: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new(id: DroneId, config: DroneConfig, base: Position)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 config, base_position: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velocity: 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DroneState::Initializing,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ticks: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started_at: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with_coordinator(mut self, coord: CoordinatorHandle)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 = Some(coord);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DroneActor — Actor trait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DroneMessage;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%self.id, "Drone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Запускаємо periodic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ctx.schedule_repeat(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self.config.tick_interval,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|| DroneMessage::Tick,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Симуляція розряду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ctx.schedule_repeat(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std::time::Duration::from_secs(1),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|| DroneMessage::BatteryDrain(1),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DroneState::Idle;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self.report_to_coordinator().await;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DroneMessage,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DroneMessage::MoveTo(target) =&gt; self.handle_move_to(target),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DroneMessage::StartPatrol { area } =&gt; self.handle_start_patrol(area),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DroneMessage::ReturnToBase =&gt; self.handle_return(),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DroneMessage::EmergencyStop { reason } =&gt; self.handle_emergency(reason),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DroneMessage::Shutdown =&gt; self.handle_shutdown(ctx),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DroneMessage::GetStatus { reply } =&gt; { let _ = reply.send(self.get_status());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DroneMessage::GetPosition { reply } =&gt; { let _ = reply.send(self.position);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DroneMessage::GetBattery { reply } =&gt; { let _ = reply.send(self.battery);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DroneMessage::Tick =&gt; self.handle_tick(ctx).await,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DroneMessage::BatteryDrain(amount) =&gt; self.drain_battery(amount),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on_stop(&amp;mut self, _ctx: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%self.id, ticks = self.ticks, "Drone stopped");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String { format!("Drone-{}", self.id.0)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DroneActor — handlers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handle_move_to(&amp;mut self, target: 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tracing::debug!(drone_id = %self.id, ?target, "Moving to");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DroneState::Moving { target, reason: MoveReason::Command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handle_start_patrol(&amp;mut self, area: Area)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waypoints = area.generate_patrol_waypoints();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%self.id, waypoints = waypoints.len(), "Starting patrol");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area, waypoints, current_waypoint: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handle_return(&amp;mut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%self.id, "Returning to base");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base: self.base_position,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reason: ReturnReason::Commanded,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handle_emergency(&amp;mut self, reason: String)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tracing::warn!(drone_id = %self.id, %reason, "Emergency stop");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DroneState::Emergency { reason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self.velocity = 0.0;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handle_shutdown(&amp;mut self, ctx: &amp;ActorContext&lt;Self&gt;)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%self.id, "Shutdown requested");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DroneState::Returning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base: self.base_position,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reason: ReturnReason::Commanded,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Плануємо реальну зупинку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token = ctx.cancellation.clone();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tokio::time::sleep(std::time::Duration::from_secs(5)).await;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token.cancel();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DroneActor — tick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handle_tick(&amp;mut self, ctx: &amp;ActorContext&lt;Self&gt;)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self.ticks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Перевірка критичної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self.battery &lt;= self.config.critical_battery_threshold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!matches!(self.state, DroneState::Returning { .. } | DroneState::Charging { ..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self.state = DroneState::Returning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base: self.base_position,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reason: ReturnReason::LowBattery,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Оновлення позиції згідно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&amp;self.state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DroneState::Moving { target, ..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self.move_towards(*target);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self.reached(*target) { self.state = DroneState::Idle;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DroneState::Patrolling { waypoints, current_waypoint, area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target = waypoints[*current_waypoint];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next = (current_waypoint + 1) % waypoints.len();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DroneState::Patrolling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area: area.clone(), waypoints: waypoints.clone(), current_waypoint: next,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self.scan_for_targets(ctx).await;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DroneState::Returning { base, ..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self.move_towards(*base);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self.reached(*base)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DroneState::Charging { target_level: 100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DroneState::Charging { target_level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self.battery = (self.battery + 5).min(*target_level);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self.battery &gt;= *target_level { self.state = DroneState::Idle;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Звіт координатору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self.ticks % 10 == 0 { self.report_to_coordinator().await;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DroneActor — допоміжні методи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move_towards(&amp;mut self, target: 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speed = self.config.speed * (self.config.tick_interval.as_secs_f64());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self.position.move_towards(&amp;target, speed);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self.velocity = speed;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reached(&amp;self, target: Position)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self.position.distance_to(&amp;target) &lt;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drain_battery(&amp;mut self, amount: u8)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= self.battery.saturating_sub(amount);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get_status(&amp;self) -&gt;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self.state.clone(),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velocity: self.velocity,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mission: self.mission,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report_to_coordinator(&amp;self)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Some(coord) = &amp;self.coordinator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coord.report_status(self.id, self.get_status()).await.ok();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scan_for_targets(&amp;self, _ctx: &amp;ActorContext&lt;Self&gt;)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Симуляція виявлення цілей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rand::random::&lt;f64&gt;() &lt; 0.01 {  // 1% шанс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target = 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id: TargetId(rand::random()),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position: 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threat_level: ThreatLevel::Medium,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Some(coord) = &amp;self.coordinator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coord.report_target(self.id, target).await.ok();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DroneHandle — публічний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src/drone/handle.rs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crate::actor::*;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crate::drone::{actor::DroneActor, message::*};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crate::coordinator::CoordinatorHandle;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crate::types::*;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crate::system::config::DroneConfig;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actor_ref: ActorRef&lt;DroneMessage&gt;,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coordinator: Option&lt;CoordinatorHandle&gt;,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actor = DroneActor::new(id, config.clone(), base);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Some(coord) =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 = actor.with_coordinator(coord);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actor_ref = spawn_actor(actor, config.mailbox_size);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DroneHandle { id, actor_ref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id(&amp;self) -&gt; DroneId { self.id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pos: Position)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self.actor_ref.send(DroneMessage::MoveTo(pos)).await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start_patrol(&amp;self, area: Area)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self.actor_ref.send(DroneMessage::StartPatrol { area }).await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Result&lt;DroneStatus,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self.actor_ref.ask(|reply| DroneMessage::GetStatus { reply }, Duration::from_secs(5)).await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self.actor_ref.send(DroneMessage::Shutdown).await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Створено базову інфраструктуру: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Actor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Actor trait, ActorContext, ActorRef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spawn_actor з lifecycle hooks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Request-Reply pattern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Core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Position, DroneId, MissionId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Error handling з thiserror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Configuration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DroneActor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State machine (DroneState)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Message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Tick-based updates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Battery simulation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DroneHandle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Public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Spawn logic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Coordinator, EventBus, SwarmSystem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Асинхронний рій Частина 1</dc:title>
  <dc:subject>PptxGenJS Presentation</dc:subject>
  <dc:creator>О.С. Бичков</dc:creator>
  <cp:lastModifiedBy>О.С. Бичков</cp:lastModifiedBy>
  <cp:revision>1</cp:revision>
  <dcterms:created xsi:type="dcterms:W3CDTF">2026-01-02T19:45:12Z</dcterms:created>
  <dcterms:modified xsi:type="dcterms:W3CDTF">2026-01-02T19:45:12Z</dcterms:modified>
</cp:coreProperties>
</file>