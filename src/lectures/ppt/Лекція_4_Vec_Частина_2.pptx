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4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E422B"/>
                </a:solidFill>
              </a:rPr>
              <a:t>Колекції: Vec&lt;T&gt;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Slices, ітерація, функціональний стиль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iter • map • filter • collect • enumerate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фільтрація дронів, обробка цілей, статистика рою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Просунуті операції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Slices (зрізи) &amp;[T]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Методи slice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Ітерація: iter, iter_mut, into_iter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enumerate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map та filter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fold та reduce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collect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Сортування та пошук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retain, dedup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extend, append, drain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Фільтрація дронів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Обробка цілей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Статистика рою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Практичні поради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Slices (зрізи): &amp;[T]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Slice — посилання на частину вектора (або масиву) без копіювання даних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417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vec![0, 1, 2, 3, 4, 5];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Весь вектор як slice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all: &amp;[i32] = &amp;v[..];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Від 1 до 4 (не включно)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mid: &amp;[i32] = &amp;v[1..4];    // [1, 2, 3]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Від початку до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start = &amp;v[..3];           // [0, 1, 2]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Від 3 до кінця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end = &amp;v[3..];             // [3, 4, 5]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Включно (..=)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incl = &amp;v[1..=3];          // [1, 2, 3]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&amp;[T] — іммутабельний slice | &amp;mut [T] — мутабельний slice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Корисні методи slice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split_at(n)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(a, b) = v.split_at(2);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a=[0,1], b=[2,3,4]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5176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chunks(n)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v.chunks(2)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[0,1], [2,3], [4]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868680"/>
            <a:ext cx="27432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windows(n)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0350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080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 in v.windows(2)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[0,1],[1,2],[2,3]...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265176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contains(&amp;x)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48640"/>
            <a:ext cx="8229600" cy="2331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94360"/>
            <a:ext cx="8046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v.contains(&amp;3) // true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057400"/>
            <a:ext cx="265176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starts_with / ends_with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2331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37560"/>
            <a:ext cx="8046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v.starts_with(&amp;[0, 1])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057400"/>
            <a:ext cx="27432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reverse / sort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035040"/>
            <a:ext cx="8229600" cy="2331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6080760"/>
            <a:ext cx="8046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v.sort();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v.reverse();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Три види ітерації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iter() — &amp;T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v.iter()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ще доступний!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Позичання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iter_mut() — &amp;mut 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v.iter_mut()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*x *= 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[2, 4, 6]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Мутабельне позичання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868680"/>
            <a:ext cx="274320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into_iter() — 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60350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080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vec!["a".to_string()];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v.into_iter()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недоступний!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0574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Move (споживання)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7249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Скорочення: for x in &amp;v = iter() | for x in &amp;mut v = iter_mut() | for x in v = into_iter()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Ітерація з індексом: enumerate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colors = vec!["red", "green", "blue"];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enumerate() повертає (індекс, значення)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(index, color) in colors.iter().enumerate()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println!("{}. {}", index + 1, color);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Вивід: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green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blue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Зміна з індексом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(i, x) in v.iter_mut().enumerate()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*x = i as i32;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Пошук індексу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pos = v.iter().position(|&amp;x| x == 42); // Option&lt;usize&gt;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map — перетворити кожен елемент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3, 4, 5];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Подвоїти кожен елемент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doubled: Vec&lt;i32&gt; = v.iter()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.map(|x| x *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doubled = [2, 4, 6, 8, 10]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Перетворити в рядки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strings: Vec&lt;String&gt; = v.iter()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.map(|x| x.to_string())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strings = ["1", "2", "3", "4", "5"]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не модифікує оригінал — створює новий ітератор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map — lazy! Потребує collect() або for для виконання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filter — відфільтрувати елементи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3, 4, 5, 6, 7, 8, 9, 10];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Тільки парні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even: Vec&lt;&amp;i32&gt; = v.iter()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.filter(|x| *x % 2 ==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 = [&amp;2, &amp;4, &amp;6, &amp;8, &amp;10]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 + map (ланцюжок)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Vec&lt;i32&gt; = v.iter()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.filter(|x| *x % 2 == 0)   // парні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.map(|x| x * 10)            // ×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 = [20, 40, 60, 80, 100]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filter_map — комбінує filter + map, пропускає None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fold та reduce — агрегація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fold(init, f) — з початковим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3, 4];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 = v.iter()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.fold(0, |acc, x| acc + 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 = 10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product = v.iter()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.fold(1, |acc, x| acc * 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 = 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reduce(f) — без початкового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3, 4];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 = v.iter()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.copied()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.reduce(|a, b| a + b);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 = Some(10)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max = v.iter()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.copied()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.reduce(|a, b| a.max(b));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max = Some(4)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Скорочення: sum(), product(), max(), min()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sum: i32 = v.iter().sum();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max = v.iter().max();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collect — зібрати в колекцію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3, 4, 5];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 новий Vec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doubled: Vec&lt;i32&gt; = v.iter().map(|x| x * 2).collect();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 HashSet (унікальні)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std::collections::HashSet;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unique: HashSet&lt;i32&gt; = v.into_iter().collect();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chars = vec!['H', 'e', 'l', 'l', 'o'];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s: String = chars.into_iter().collect();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 = "Hello"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Turbofish ::&lt;&gt; — явно вказати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v2 = (0..5).collect::&lt;Vec&lt;i32&gt;&gt;();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collect() потребує знати цільовий тип — через анотацію або turbofish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Сортування та пошук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463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sort / sort_by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vec![3, 1, 4, 1, 5];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v.sort();  // [1, 1, 3, 4, 5]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 спаданням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v.sort_by(|a, b| b.cmp(a));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 полем структури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drones.sort_by_key(|d| d.battery);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463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binary_search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3, 5, 7, 9];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v.binary_search(&amp;5)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Ok(idx) =&gt; println!("Found: {}", idx),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Err(idx) =&gt; println!("Insert at: {}", idx),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O(log n) для відсортованих!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Інші методи пошуку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v.iter().find(|x| **x &gt; 3);           // Option&lt;&amp;T&gt;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v.iter().position(|x| *x == 5);       // Option&lt;usize&gt;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v.iter().any(|x| *x &gt; 10);            //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v.iter().all(|x| *x &gt; 0);             // bool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retain та dedup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retain — залишити за умовою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2, 3, 4, 5];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v.retain(|x| x % 2 ==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[2, 4]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Модифікує in-place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1148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dedup — видалити дублікати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1, 2,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v.dedup();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[1, 2, 3]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422B"/>
                </a:solidFill>
              </a:rPr>
              <a:t>⚠️ Тільки послідовні!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2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всіх дублікатів — спочатку сортуємо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3, 2, 1,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v.sort();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v.dedup();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[1, 2, 3]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extend, append, drain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extend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v1 = vec![1, 2];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v2 = vec![3, 4];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v1.extend(v2);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v1 = [1,2,3,4]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5176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append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v1 = vec![1, 2];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v2 = vec![3, 4];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v1.append(&amp;mut v2);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v2 = []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868680"/>
            <a:ext cx="27432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drain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0350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080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vec![1,2,3,4,5];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mid: Vec&lt;_&gt;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v.drain(1..4).collect();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mid=[2,3,4], v=[1,5]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29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split_off — відрізати хвіст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2, 3, 4, 5];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tail = v.split_off(3);  // tail = [4, 5], v = [1, 2, 3]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Фільтрація дронів у рої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Дрони з низьким зарядом (&lt; 20%)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low_battery_drones(&amp;self) -&gt; Vec&lt;&amp;Drone&gt;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.filter(|d| d.battery &lt; 20)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Активні дрони певної ролі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drones_by_role(&amp;self, role: DroneRole) -&gt; Vec&lt;&amp;Drone&gt;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.filter(|d| d.role == role &amp;&amp; d.is_active())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Дрони в радіусі від точки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drones_in_radius(&amp;self, center: Position, radius: f64) -&gt; Vec&lt;&amp;Drone&gt;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.filter(|d| d.position.distance_to(&amp;center) &lt;= radius)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Обробка виявлених цілей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Target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threat_level: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Високопріоритетні цілі (відсортовані за загрозою)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priority_targets(&amp;self, targets: &amp;[Target]) -&gt; Vec&lt;&amp;Target&gt;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high_priority: Vec&lt;_&gt; = targets.iter()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.filter(|t| t.confidence &gt; 0.8 &amp;&amp; t.threat_level &gt; 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high_priority.sort_by(|a, b| b.threat_level.cmp(&amp;a.threat_level));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high_priority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Найближча ціль до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nearest_target(&amp;self, drone: &amp;Drone, targets: &amp;[Target]) -&gt; Option&lt;&amp;Target&gt;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.min_by_key(|t| drone.position.distance_to(&amp;t.position) as i64)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Статистика рою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Середній заряд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average_battery(&amp;self) -&gt; f32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self.drones.is_empty() { return 0.0;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total: u32 =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.map(|d| d.battery as u32)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.sum();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as f32 / self.drones.len() as f32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Кількість дронів за ролями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count_by_role(&amp;self) -&gt; HashMap&lt;DroneRole, usize&gt;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.map(|d| d.role)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.fold(HashMap::new(), |mut acc, role|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*acc.entry(role).or_insert(0)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acc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Мінімальний заряд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min_battery(&amp;self) -&gt; Option&lt;u8&gt;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self.drones.iter().map(|d| d.battery).min()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Координація груп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Розподіл дронів по секторах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assign_sectors(drones: &amp;mut Vec&lt;Drone&gt;, sectors: &amp;[Sector])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drones_per_sector = drones.len() / sectors.len();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(i, chunk) in drones.chunks_mut(drones_per_sector).enumerate()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 &lt; sectors.len()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drone in chunk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drone.assigned_sector = Some(sectors[i].clone());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Знайти найближчого сусіда для кожного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find_nearest_neighbors(drones: &amp;[Drone]) -&gt; Vec&lt;Option&lt;u32&gt;&gt;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drones.iter().map(|d|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.filter(|other| other.id != d.id)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.min_by_key(|other| d.position.distance_to(&amp;other.position) as i64)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.map(|other| other.id)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з Vec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801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Index out of bounds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v[10]; // panic!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v.get(10)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2801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Borrow while iterating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&amp;v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v.push(*x); // ❌ Error!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collect() + extend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Move з вектора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vec![String::from("a")];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v[0]; // ❌ cannot move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240280"/>
            <a:ext cx="411480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286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collect()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doubled = v.iter().map(|x| x*2);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doubled - ітератор, не Vec!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Практичні поради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🎯 Оптимізація: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with_capacity() — якщо знаєте розмір заздалегідь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shrink_to_fit() — звільнити зайву пам'ять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swap_remove() — O(1) якщо порядок не важливий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🔧 Вибір методу: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get() замість [] — якщо індекс може бути невалідним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iter() для читання, iter_mut() для зміни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into_iter() — якщо вектор більше не потрібен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Vec&lt;Agent&gt; — основна структура для рою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filter + collect — вибірка агентів за критерієм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sort_by_key — пріоритизація задач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chunks — розподіл по групах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Vec vs інші колекції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Колекція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Застосування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Особливості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Vec&lt;T&gt;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Динамічний масив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Швидкий доступ за індексом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VecDeque&lt;T&gt;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Черга з двох кінців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 push/pop з обох боків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LinkedList&lt;T&gt;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Зв'язаний список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 вставка в середину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HashMap&lt;K,V&gt;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Ключ-значення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 пошук за ключем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HashSet&lt;T&gt;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Унікальні значення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 перевірка наявності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BTreeMap&lt;K,V&gt;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Впорядкований map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Відсортовані ключі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Vec — найчастіше використовувана колекція. Інші — для специфічних задач.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Slices &amp;[T]: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Посилання на частину без копіювання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Range синтаксис: [1..4], [..3], [3..]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Ітерація: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iter() / iter_mut() / into_iter()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enumerate для індексу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Функціональний стиль: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map — перетворити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filter — відфільтрувати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fold/reduce — агрегувати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collect — зібрати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Фільтрація дронів, обробка цілей, статистика рою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HashMap та просторові структури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Базове: Створіть Vec&lt;i32&gt;, заповніть числами 1-100, відфільтруйте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парні, подвойте їх та виведіть суму.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Рій: Реалізуйте структуру Swarm з методами: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add_drone(), remove_drone(id)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find_nearest(position) — найближчий дрон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average_battery() — середній заряд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Маршрут: Створіть FlightPath з Vec&lt;Position&gt;: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add_waypoint(), remove_waypoint(index)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total_distance() — загальна довжина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optimize() — видалити близькі точки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Цілі: Реалізуйте обробку Vec&lt;Target&gt;: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sort_by_priority() — за рівнем загрози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filter_confident(threshold) — впевнені цілі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nearest_to(drone) — найближча до дрона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Колекції: Vec&lt;T&gt;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Vec&lt;T&gt; Частина 2</dc:title>
  <dc:subject>PptxGenJS Presentation</dc:subject>
  <dc:creator>О.С. Бичков</dc:creator>
  <cp:lastModifiedBy>О.С. Бичков</cp:lastModifiedBy>
  <cp:revision>1</cp:revision>
  <dcterms:created xsi:type="dcterms:W3CDTF">2026-01-02T16:52:27Z</dcterms:created>
  <dcterms:modified xsi:type="dcterms:W3CDTF">2026-01-02T16:52:27Z</dcterms:modified>
</cp:coreProperties>
</file>