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Потоки: Базова багатопотоковість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Паралельне виконання з гарантіями безпеки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thread::spawn • JoinHandle • move • Send • Sync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паралельні агенти, рій БПЛА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Основи потоків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Чому багатопотоковість?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Процеси vs Потоки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Проблеми паралелізму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Fearless Concurrency у Rust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thread::spawn — створення потоку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JoinHandle — очікування завершення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move closures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Передача даних у потік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Send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Sync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Send + Sync правила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Типи та thread safety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Паралельні агенти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Незалежні патрульні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Worker threads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Arc, Mutex, channels, синхронізація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Чому багатопотоковість?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023360" cy="1325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84048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Сучасні CPU мають багато ядер: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Intel i7: 8-16 ядер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AMD Ryzen: 8-64 ядра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Apple M3: 8-12 ядер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Серверні: 64-128 ядер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Однопотокова програма використовує лише 1 ядро!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4114800" cy="1325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941832"/>
            <a:ext cx="393192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Переваги паралелізму: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Швидкість — паралельні обчислення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Відгук — UI не блокується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Ефективність — використання ресурсів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Масштабування — більше ядер = швидше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кожен агент — окремий потік!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Рій БПЛА: 10 дронів = 10 потоків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Кожен дрон приймає рішення незалежно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Паралельна обробка сенсорів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Одночасний рух без блокування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Комунікація через повідомлення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Процеси vs Потоки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Процес (Process)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Ізольована пам'ять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Власні ресурси ОС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Важкий для створення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Комунікація через IPC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Падіння одного не впливає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на інші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 окремі програми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Потік (Thread)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Спільна пам'ять процесу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Легкий для створення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Швидка комунікація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Потрібна синхронізація!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Падіння одного = падіння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всього процесу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 паралельні задачі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Rust: потоки з гарантіями безпеки на етапі компіляції!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Проблеми паралелізму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Data Race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Два потоки одночасно: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читають і пишуть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або обидва пишуть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без синхронізації → 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Deadlock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Потік A чекає на 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потік B чекає на 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Обидва заблоковані назавжди.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Race Condition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Результат залежить від порядку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виконання потоків.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Недетермінована поведінка.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Rust запобігає на компіляції!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Data races — неможливі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Race conditions — виявляються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Deadlocks — логічна помилка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Fearless Concurrency у Rust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гарантує відсутність data races на етапі компіляції!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Ownership — дані мають одного власника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Borrowing — або багато &amp;T, або один &amp;mut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Send/Sync traits — типобезпечна передача між потоками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Lifetime checking — посилання не переживають дані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1488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C++ — data race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 t1([&amp;]{ counter++; });  // Race!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 t2([&amp;]{ counter++; });  // Race!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— не скомпілюється!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counter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std::thread::spawn(|| counter += 1);  // ❌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"closure may outlive the current function"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"cannot borrow `counter` as mutable"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thread::spawn — створення потоку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новий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1..10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println!("Потік: {}",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thread::sleep(Duration::from_millis(1));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Головний потік продовжує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1..5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println!("Головний: {}",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thread::sleep(Duration::from_millis(1));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 (приблизний — недетермінований):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Головний: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Потік: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Головний: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Потік: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(потік може не завершитись!)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JoinHandle — очікування завершення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повертає JoinHandle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1..10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println!("Потік: {}",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42  // Повертаємо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println!("Головний потік працює...");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join() — чекаємо завершення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handle.join().unwrap();  // Блокує!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println!("Потік повернув: {}", result);  //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JoinHandle&lt;T&gt; — T це тип, що повертає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join() -&gt; Result&lt;T, Box&lt;dyn Any + Send&gt;&gt;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 якщо потік запанікував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join() блокує поточний потік до завершення іншого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Кілька потоків з join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handles = vec![];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5 потоків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handle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println!("Потік {} запущено",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println!("Потік {} завершено",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* 2  // Повертаємо результат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handles.push(handle);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на всі потоки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results: Vec&lt;i32&gt; = handles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.map(|h| h.join().unwrap())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println!("Результати: {:?}", results);  // [0, 2, 4, 6, 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move closures — передача ownership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Без move — помилка!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let handle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println!("{:?}", data);  // Borrow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Error: closure may outlive the current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✓ З move — ownership передається в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println!("{:?}", data);  // data тепер належить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data більше недоступна тут!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println!("{:?}", data);  // ❌ Error: value moved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move вимагається бо потік може пережити поточну функцію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Чому move необхідний?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spawn_broken()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Closure захоплює &amp;data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println!("{:?}",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  // ← потік може працювати після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← data dropped тут!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Якби це скомпілювалось: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spawn_broken() завершується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data звільняється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потік все ще працює з &amp;data ← dangling reference!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не дозволяє!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`data` does not live long enough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may outlive borrowed value `data`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move переміщує data у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потік ВОЛОДІЄ data, і вона живе поки живе потік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Передача даних у потік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name = String::from("Agent-42");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Передаємо кілька значень через move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println!("Name: {}", 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println!("Config: {:?}", config);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Можемо мутувати — ми власники!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local_config = 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local_config.push(4);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local_config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name і config тут недоступні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handle.join().unwrap();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println!("Result: {:?}", result);  // [1, 2, 3, 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потрібно залишити дані —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String::from("shared");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name_clone = name.clone();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println!("{}", name_clone));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Send trait — передача між потоками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Send — marker trait, що вказує: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"Тип можна безпечно передати в інший потік"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Більшість типів — Send: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Примітиви: i32, f64, bool, char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Owned типи: String, Vec&lt;T&gt;, Box&lt;T&gt; (якщо T: Send)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Arc&lt;T&gt; (якщо T: Send + Sync)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Типи що НЕ Send: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rc = Rc::new(5);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Error: `Rc&lt;i32&gt;` cannot be sent between threads safely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println!("{}", rc);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 — не thread-safe (лічильник не atomic)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потоків: Arc&lt;T&gt;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 = Arc::new(5);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arc_clone = Arc::clone(&amp;arc);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arc_clone);  // ✓ Arc: Send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Sync trait — спільний доступ з потоків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Sync — marker trait, що вказує: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"&amp;T можна безпечно передати в інший потік"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Тобто: кілька потоків можуть мати &amp;T одночасно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T: Sync ⟺ &amp;T: Send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RefCell — НЕ Sync (runtime borrow checking не thread-safe)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RefCell::new(5);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Спроба передати &amp;RefCell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Error: `RefCell&lt;i32&gt;` cannot be shared between threads safely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cell_ref = &amp;cell;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println!("{:?}", cell_ref);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Типи що НЕ Sync: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RefCell&lt;T&gt;, Cell&lt;T&gt; — interior mutability не thread-safe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Rc&lt;T&gt; — лічильник не atomic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*mut T — raw pointers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thread-safe interior mutability: Mutex&lt;T&gt;, RwLock&lt;T&gt;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Send + Sync: Зведена таблиця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Примітка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i32, f64, bool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Примітиви — безпечні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String, Vec&lt;T&gt;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*якщо T: Send/Sync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*якщо T: Send/Sync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Non-atomic counter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Atomic counter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Cell&lt;T&gt;, RefCell&lt;T&gt;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Not thread-safe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Mutex&lt;T&gt;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Thread-safe 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RwLock&lt;T&gt;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Read-write 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*mut T, *const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Raw pointers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Compiler автоматично перевіряє Send/Sync для thread::spawn!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Send та Sync — auto traits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 і Sync реалізуються автоматично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всі поля типу — Send/Sync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MyData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       // Send + 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     // Send + 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Vec&lt;u8&gt;,   // Send + 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MyData автоматично Send + Sync!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NotSync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cell: std::cell::Cell&lt;i32&gt;,  // !Sync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NotSync: Send, але НЕ Sync!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явно заборонити: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NoSend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_marker: std::marker::PhantomData&lt;*const ()&gt;,  // *const !Send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NoSend: !Send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unsafe impl (обережно!):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unsafe impl Send for MyType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unsafe impl Sync for MyType {}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Паралельні незалежні агенти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tick in 1..=5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println!("[Agent {}] {} tick {}", self.id, self.name, tick);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println!("[Agent {}] completed",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agents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 { id: 1, name: "Alpha".into()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 { id: 2, name: "Beta".into()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 { id: 3, name: "Gamma".into()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handles: Vec&lt;_&gt; =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.map(|agent| thread::spawn(move || agent.run()))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 in handles { h.join().unwrap();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println!("All agents completed");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Незалежні патрульні маршрути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PatrolRoute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waypoints: Vec&lt;(f64, f64)&gt;,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route: PatrolRoute,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patrol(self) -&gt; u32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println!("Drone {} starting patrol",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(i, (x, y)) in self.route.waypoints.iter().enumerate()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println!("Drone {} at waypoint {}: ({}, {})", self.id, i, x, 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std::thread::sleep(std::time::Duration::from_millis(50));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self.id  // Повертаємо ID завершеного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routes = vec![/* ... */];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drones: Vec&lt;Drone&gt; = routes.into_iter().enumerate()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.map(|(i, route)| Drone { id: i as u32, route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handles: Vec&lt;_&gt; = drones.into_iter()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.map(|d| thread::spawn(move || d.patrol()))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completed: Vec&lt;u32&gt; = handles.into_iter()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.map(|h| h.join().unwrap()).collect();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Worker threads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Задача для обробки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Task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ProcessImage { id: u32, data: Vec&lt;u8&gt;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CalculatePath { from: (f64, f64), to: (f64, f64)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AnalyzeSensor { sensor_id: u32, readings: Vec&lt;f64&gt;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Результат обробки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TaskResult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ImageProcessed { id: u32, features: Vec&lt;f32&gt;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PathCalculated { waypoints: Vec&lt;(f64, f64)&gt;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SensorAnalyzed { anomalies: Vec&lt;usize&gt;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process_task(task: Task) -&gt; TaskResult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task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Task::ProcessImage { id, data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Важкі обчислення...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TaskResult::ImageProcessed { id, features: vec![]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Запуск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tasks: Vec&lt;Task&gt; = get_pending_tasks();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results: Vec&lt;TaskResult&gt; = tasks.into_iter()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.map(|t| thread::spawn(move || process_task(t)))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.map(|h| h.join().unwrap())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Thread Builder — налаштування потоку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Builder дозволяє налаштувати потік перед створенням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builder = thread::Builder::new()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.name("worker-1".to_string())  // Ім'я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.stack_size(4 * 1024 * 1024);  // Розмір стеку (4 MB)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builder.spawn(||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Отримати ім'я поточного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name = thread::current().name().unwrap_or("unnamed");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println!("Thread '{}' running", 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}).expect("Failed to spawn thread");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handle.join().unwrap();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println!("Result: {}", result);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Дебагу (іменовані потоки в stack traces)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Великих стеків для глибокої рекурсії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Контролю ресурсів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thread::current та інші утиліти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thread::current() — інформація про поточний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current = thread::current();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println!("Name: {:?}", current.name());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println!("ID: {:?}", current.id());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thread::sleep — пауза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thread::sleep(std::time::Duration::from_millis(100));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thread::yield_now — віддати час іншим потокам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thread::yield_now();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thread::park / unpark — примітивна синхронізація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println!("Waiting to be unparked...");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thread::park();  // Блокується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println!("Unparked!");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handle.thread().unpark();  // Розблокувати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handle.join().unwrap();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available_parallelism — кількість 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cpus = thread::available_parallelism().unwrap().get();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println!("CPUs: {}", cpus);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Panic у потоках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 в одному потоці НЕ вбиває інші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panic!("Something went wrong!");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join() повертає Err якщо потік запанікував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handle.join()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Ok(result) =&gt; println!("Success: {:?}", result),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e: Box&lt;dyn Any + Send&gt;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Some(msg) = e.downcast_ref::&lt;&amp;str&gt;()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println!("Thread panicked: 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if let Some(msg) = e.downcast_ref::&lt;String&gt;()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println!("Thread panicked: 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println!("Thread panicked with unknown error");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println!("Main thread continues!");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 в main() завершує програму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catch_unwind для ловлення паніки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move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З move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 //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Rc у потоці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rc = Rc::new(5);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rc);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Arc замість Rc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 = Arc::new(5);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arc); //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Потоки в Rust — безпечні за замовчуванням: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thread::spawn — створити потік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JoinHandle — очікувати завершення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move closure — передача ownership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Send + Sync traits: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 — можна передати в потік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Sync — можна ділити &amp;T між потоками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Перевіряються на компіляції!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Типи: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Rc → Arc для потоків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RefCell → Mutex/RwLock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Cell — залишається !Sync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кожен агент = окремий потік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Arc, Mutex, channels, синхронізація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Частина 1</dc:title>
  <dc:subject>PptxGenJS Presentation</dc:subject>
  <dc:creator>О.С. Бичков</dc:creator>
  <cp:lastModifiedBy>О.С. Бичков</cp:lastModifiedBy>
  <cp:revision>1</cp:revision>
  <dcterms:created xsi:type="dcterms:W3CDTF">2026-01-02T18:15:05Z</dcterms:created>
  <dcterms:modified xsi:type="dcterms:W3CDTF">2026-01-02T18:15:05Z</dcterms:modified>
</cp:coreProperties>
</file>