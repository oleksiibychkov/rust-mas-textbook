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16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E422B"/>
                </a:solidFill>
              </a:rPr>
              <a:t>Async/Await: Концепції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Асинхронне програмування в Rust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async • await • Future • Poll • Pin • Runtime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Масштабування: тисячі агентів в одному процесі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1: Теорія та концепції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Чому async? Проблема масштабування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Синхронний vs Асинхронний код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Threads vs Async — порівняння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Concurrency vs Parallelism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async fn та .await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Future trait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Poll enum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Lazy futures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State machine transformation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Pin&lt;T&gt; та чому потрібен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Unpin trait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async блоки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async closures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Async агент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🤖 Паралельні операції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Коли async, коли threads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</a:rPr>
              <a:t>Частина 2: Runtime, Tokio, практичні патерни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Проблема: масштабування потоків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Рій з 10,000 агентів = 10,000 потоків?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Проблеми з потоками: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Кожен потік ~2-8 MB стека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10,000 потоків = 20-80 GB RAM тільки на стеки!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Context switching overhead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Обмеження ОС на кількість потоків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Створення потоку ~20-50 мкс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8229600" cy="12801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Потоків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RAM (стеки)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Context switches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100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200-800 MB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Низько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1,000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2-8 GB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Помітно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10,000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20-80 GB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Критично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100,000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200-800 GB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Неможливо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Рішення: Async/Await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143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Async дозволяє мати тисячі конкурентних задач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на ОДНОМУ або кількох потоках!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Як це працює?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async fn не блокує потік при очікуванні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Runtime переключається на іншу задачу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Коли I/O готовий — продовжує виконання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Cooperative scheduling (не preemptive)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931920" cy="1325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Threads (OS)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1: [████████████]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2: [████████████]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3: [████████████]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потоки = 3 задачі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2103120"/>
            <a:ext cx="4114800" cy="1325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1488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Async (Runtime)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242316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1: [A][B][A][C][B][A][C]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↑ runtime переключає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потік = багато задач!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Синхронний vs Асинхронний код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Синхронний код — блокує потік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fetch_data_sync(url: &amp;str) -&gt; 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response = http_client.get(url).send();  // Потік чекає!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response.text()  // Потік чекає!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data1 = fetch_data_sync("url1");  // 100ms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data2 = fetch_data_sync("url2");  // 100ms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Загалом: 200ms (послідовно)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1945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Асинхронний код — НЕ блокує потік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fetch_data_async(url: &amp;str) -&gt; 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response = http_client.get(url).send().await;  // Відпускає потік!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response.text().await  // Відпускає потік!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 — паралельно: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(data1, data2) = tokio::join!(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fetch_data_async("url1"),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fetch_data_async("url2"),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Загалом: ~100ms (паралельно!)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Threads vs Async — детальне порівняння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1945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Аспект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Threads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Async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Scheduling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OS (preemptive)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Runtime (cooperative)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Memory/task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2-8 MB стека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Кілька KB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Creation 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~20-50 мкс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~нс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Max tasks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~10K (OS limit)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~1M+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Best for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CPU-bound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I/O-bound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Complexity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Простіше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Складніше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Blocking calls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Заборонено!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Cancellation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Складно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Просто (drop)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Правило: Threads для CPU-bound, Async для I/O-bound задач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Concurrency vs Parallelism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645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Concurrency (конкурентність)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Структура програми: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кілька задач можуть виконуватись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"одночасно" (перемикаючись)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Core 1: [A][B][A][B][A]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Один ресурс, багато задач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Async — про concurrency!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868680"/>
            <a:ext cx="4114800" cy="1645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422B"/>
                </a:solidFill>
              </a:rPr>
              <a:t>Parallelism (паралелізм)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18872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Виконання програми: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кілька задач реально виконуються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в один момент часу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Core 1: [AAAAAAA]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Core 2: [BBBBBBB]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Багато ресурсів, багато задач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Threads — про parallelism!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79192"/>
            <a:ext cx="804672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Async з multi-threaded runtime = concurrency + parallelism!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async fn — асинхронна функція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async fn — функція, що повертає Future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hello() -&gt; 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"Hello, async world!".to_string()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Еквівалентно: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hello() -&gt; impl Future&lt;Output = String&gt;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"Hello, async world!".to_string()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Виклик async fn НЕ виконує код!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future = hello();  // Тільки створює Future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Код всередині hello() ще не виконався!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.await виконує Future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 = future.await;  // Тепер виконується!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result);  // "Hello, async world!"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Або одразу: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 = hello().await;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.await — очікування результату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process_data() -&gt; Result&lt;Data, 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.await можна використовувати тільки в async контексті!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Кожен .await — точка, де потік може переключитись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connection = connect_to_db().await?;   // Очікуємо з'єднання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data = connection.query("SELECT *").await?;  // Очікуємо запит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processed = transform(data).await?;    // Очікуємо обробку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Ok(processed)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.await: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Перевіряє чи Future готовий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Якщо готовий — отримує результат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Якщо не готовий — "відпускає" потік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Runtime запам'ятовує стан і продовжить пізніше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? працює з await: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 = some_async_fn().await?;  // Propagate error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Future trait — серце async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Спрощений Future trait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trait Future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Output;  // Тип результату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poll(self: Pin&lt;&amp;mut Self&gt;, cx: &amp;mut Context&lt;'_&gt;) -&gt; Poll&lt;Self::Output&gt;;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Poll enum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Poll&lt;T&gt;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Ready(T),     // Результат готовий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Pending,      // Ще не готовий, спробуйте пізніше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Коли ви пишете: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example() -&gt; i32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42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Компілятор генерує щось на кшталт: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ExampleFuture { /* state */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Future for ExampleFuture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Output = i32;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poll(self: Pin&lt;&amp;mut Self&gt;, cx: &amp;mut Context&lt;'_&gt;) -&gt; Poll&lt;i32&gt;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Poll::Ready(42)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Poll::Pending та Waker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Коли Future повертає Pending, runtime має знати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коли спробувати знову — це робить Waker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Future for MyFuture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Output =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poll(self: Pin&lt;&amp;mut Self&gt;, cx: &amp;mut Context&lt;'_&gt;) -&gt; Poll&lt;String&gt;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self.is_ready()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Poll::Ready(self.get_result())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Зберігаємо waker щоб "розбудити" коли готово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waker = cx.waker().clone();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Реєструємо callback (наприклад, для I/O)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register_io_callback(move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waker.wake();  // Сигнал runtime: "Я готовий!"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Poll::Pending  // Поки не готовий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Runtime: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poll() -&gt; Pending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Переходить до іншої задачі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Waker.wake() викликано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Runtime повертається і poll() знову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Lazy Futures — нічого не робиться без await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important_work() -&gt; i32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println!("Starting work...");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expensive_computation();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println!("Work done!");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42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❌ Нічого не виведеться!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future = important_work();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Future створений, але код не виконувався!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println!("Future created");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Без .await — робота ніколи не виконається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future просто буде dropped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Future created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(нічого більше!)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Rust futures є "lazy" — виконуються тільки при poll()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На відміну від JavaScript Promises, які eager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</a:rPr>
              <a:t>Важливо: async fn без .await = нічого не робить!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State Machine Transformation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Ваш код: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example() -&gt; i32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a = step1().await;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b = step2(a).await;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+ 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Компілятор перетворює в state machine: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ExampleStateMachine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WaitingStep1 { step1_future: Step1Future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WaitingStep2 { a: i32, step2_future: Step2Future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Future for ExampleStateMachine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poll(self: Pin&lt;&amp;mut Self&gt;, cx: &amp;mut Context) -&gt; Poll&lt;i32&gt;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match self.state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Start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self.state = WaitingStep1 { step1_future: step1()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WaitingStep1 { step1_future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match step1_future.poll(cx)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Poll::Ready(a) =&gt; self.state = WaitingStep2 { a, step2_future: step2(a)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Poll::Pending =&gt; return Poll::Pending,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Візуалізація State Machine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download_and_process(url: &amp;str) -&gt; Data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response = fetch(url).await;      // State 1 →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data = parse(response).await;     // State 2 →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process(data)                         // State 3 → Done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┌─────────┐    poll()    ┌──────────────┐    poll()    ┌─────────────┐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Start  │ ──────────→ │ WaitingFetch │ ──────────→ │ WaitingParse│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└─────────┘   Ready     └──────────────┘   Ready     └─────────────┘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│ Pending         │ Pending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↓                 ↓               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[suspend]          [suspend]      ┌────────┐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   │  Done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   └────────┘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Кожен .await = потенційна точка призупинення та відновлення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Pin&lt;T&gt; — навіщо потрібен?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Проблема: self-referential structures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async fn створює структуру, яка може містити посилання на саму себе: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5544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problematic()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data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reference = &amp;data[0];  // Посилання на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some_async_op().await;  // ← Тут структура може бути переміщена!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reference);  // reference вказує на старе місце!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State machine містить: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ProblematicFuture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Vec&lt;i32&gt;,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reference: *const i32,  // Вказує на data!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Якщо структуру перемістити в пам'яті: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data переїде на нову адресу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reference все ще вказує на стару!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Dangling pointer! 💥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Pin гарантує: "Ця структура не буде переміщена в пам'яті"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Pin&lt;T&gt; — як працює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std::pin::Pin;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Pin&lt;P&gt; — обгортка над pointer P (Box, &amp;mut, etc.)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Гарантує, що значення за pointer не буде moved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Створення pinned value: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data = Box::pin(MyFuture::new());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Pin&lt;&amp;mut T&gt; — pinned mutable reference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pinned: Pin&lt;&amp;mut MyFuture&gt; = data.as_mut();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Future::poll вимагає Pin&lt;&amp;mut Self&gt;: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poll(self: Pin&lt;&amp;mut Self&gt;, cx: &amp;mut Context&lt;'_&gt;) -&gt; Poll&lt;Output&gt;;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Чому Pin а не просто &amp;mut Self?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Бо &amp;mut T дозволяє std::mem::swap, std::mem::replace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Які переміщують значення!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a = MyFuture::new();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b = MyFuture::new();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std::mem::swap(&amp;mut a, &amp;mut b);  // Переміщення!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 Pin — swap неможливий (без unsafe)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Unpin trait — безпечне переміщення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Unpin — marker trait: "Мене можна безпечно переміщувати навіть в Pin"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Більшість типів — Unpin автоматично: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i32: Unpin 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String: Unpin 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Vec&lt;T&gt;: Unpin ✓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Типи що НЕ Unpin: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Futures створені async fn (можуть бути self-referential)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Типи з PhantomPinned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std::marker::PhantomPinned;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NotUnpin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_pin: PhantomPinned,  // Робить структуру !Unpin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Unpin типів Pin не дає обмежень: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x: Pin&lt;&amp;mut i32&gt; = Pin::new(&amp;mut 42);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value: &amp;mut i32 = Pin::get_mut(x);  // Можна отримати &amp;mut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!Unpin — тільки unsafe: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pinned_future: Pin&lt;&amp;mut MyFuture&gt; = ...;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inner = Pin::get_mut(pinned_future);  // ❌ Error!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async блоки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async блок — створює Future inline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future = async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x = compute().await;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+ 1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Корисно для closures та inline futures: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futures: Vec&lt;_&gt; = urls.iter()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.map(|url| 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fetch(url).await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.collect();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async move — захоплює змінні по ownership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future = 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data moved into future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process(data).await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data більше недоступна тут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async без move — захоплює по reference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future = async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&amp;data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println!("{:?}", 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data все ще доступна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Async у closures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Стабільний спосіб — повертати async block: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fetch_url = |url: String| 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reqwest::get(&amp;url).await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Або з явним типом: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make_fetcher() -&gt; impl Fn(String) -&gt; impl Future&lt;Output = Response&gt;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|url| 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reqwest::get(&amp;url).await.unwrap()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async closures (unstable, nightly):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#![feature(async_closure)]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fetch = async |url: String|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reqwest::get(&amp;url).await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trait bounds: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take_async_fn&lt;F, Fut&gt;(f: 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F: Fn(i32) -&gt; Fut,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Fut: Future&lt;Output = String&gt;,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Async агент — концепція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std::time::Duration;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Async агент — не блокує потік при очікуванні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agent_loop(id: u32)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println!("Agent {} started", 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Отримання команди (async)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command = receive_command().await;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Обробка команди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command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Command::MoveTo(pos)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move_to(pos).await;  // Async рух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Command::Scan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results = scan_area().await;  // Async сканування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report_results(results).await;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Command::Shutdown =&gt; break,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Async затримка (не блокує потік!)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tokio::time::sleep(Duration::from_millis(100)).await;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println!("Agent {} stopped", 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1000 таких агентів можуть працювати на 1 потоці!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Паралельні async операції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futures::future::join_all;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Запуск багатьох агентів одночасно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run_swarm(agent_count: usize)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Створюємо futures для всіх агентів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agent_futures: Vec&lt;_&gt; = (0..agent_count)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.map(|id| agent_loop(id as u32))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join_all — чекає на ВСІ futures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join_all(agent_futures).await;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println!("All agents completed");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Паралельне сканування кількома агентами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parallel_scan(agents: &amp;[Agent], areas: &amp;[Area]) -&gt; Vec&lt;ScanResult&gt;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scan_futures: Vec&lt;_&gt; = agents.iter()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.zip(areas.iter())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.map(|(agent, area)| agent.scan(area))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Всі скани виконуються "паралельно"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join_all(scan_futures).await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10,000 агентів на кількох потоках!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Очікування першого результату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tokio::select;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tokio::time::{timeout, Duration};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Агент чекає на команду АБО timeout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agent_wait_for_command(rx: &amp;mut Receiver&lt;Command&gt;) -&gt; Option&lt;Command&gt;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cmd = rx.recv() =&gt; cmd,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 = tokio::time::sleep(Duration::from_secs(5))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println!("Timeout waiting for command");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Перший агент, що знайде ціль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race_to_find_target(agents: Vec&lt;Agent&gt;) -&gt; Option&lt;Target&gt;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select! на динамічній кількості futures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futures: Vec&lt;_&gt; = agents.iter()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.map(|a| Box::pin(a.search_for_target()))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futures::select_all — перший ready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(result, _index, _remaining) = futures::future::select_all(futures).await;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select! — виконує ПЕРШИЙ готовий, скасовує інші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Коли async, коли threads?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1031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Async краще для: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I/O-bound операції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  - Network requests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  - File I/O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  - Database queries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Багато конкурентних задач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Web servers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Chat servers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🤖 МАС з тисячами агентів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  що чекають на події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868680"/>
            <a:ext cx="4114800" cy="21031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422B"/>
                </a:solidFill>
              </a:rPr>
              <a:t>Threads краще для: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18872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CPU-bound операції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  - Обчислення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  - Image processing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  - Crypto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Blocking I/O (legacy APIs)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Parallelism (multi-core)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Простіший код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🤖 Важкі обчислення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  для кожного агента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Часто комбінація: async для I/O, spawn_blocking для CPU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Підсумок: Частина 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Async/Await — cooperative concurrency: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async fn повертає Future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.await виконує Future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Futures lazy — без await нічого не робиться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Future trait: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poll() -&gt; Poll::Ready(T) | Poll::Pending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Waker сигналізує коли ready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State Machine: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Компілятор перетворює async fn в state machine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Кожен .await = точка призупинення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Pin&lt;T&gt;: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Гарантує що значення не буде moved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Потрібен для self-referential futures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МАС: тисячі агентів на кількох потоках!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Частина 2: Tokio runtime, практичні патерни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Async Await Частина 1</dc:title>
  <dc:subject>PptxGenJS Presentation</dc:subject>
  <dc:creator>О.С. Бичков</dc:creator>
  <cp:lastModifiedBy>О.С. Бичков</cp:lastModifiedBy>
  <cp:revision>1</cp:revision>
  <dcterms:created xsi:type="dcterms:W3CDTF">2026-01-02T18:53:44Z</dcterms:created>
  <dcterms:modified xsi:type="dcterms:W3CDTF">2026-01-02T18:53:44Z</dcterms:modified>
</cp:coreProperties>
</file>