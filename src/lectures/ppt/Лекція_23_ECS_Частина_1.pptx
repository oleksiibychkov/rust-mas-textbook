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23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ECS: Сутність-Компонент-Система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Архітектурний патерн для масштабних симуляцій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Entity • Component • System • World • Query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Ідеальна архітектура для симуляції тисяч агентів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Концепції та базова реалізація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Що таке ECS?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Історія та мотивація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Проблеми OOP для симуляцій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Entity (Сутність)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Component (Компонент)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System (Система)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World (Світ)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Архітектура даних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Data-Oriented 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Cache-friendly layout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Порівняння ECS vs 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Порівняння ECS vs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Переваги ECS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Недоліки ECS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ECS для МАС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Підсумок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bevy_ecs, запити, ресурси, повна симуляція рою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ECS?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ECS (Entity-Component-System) — архітектурний патерн,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де дані відокремлені від поведінки: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Entity (Сутність) — унікальний ідентифікатор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Component (Компонент) — дані без логіки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System (Система) — логіка без стану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Ключова ідея: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"Composition over Inheritance"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"Дані окремо, логіка окремо"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Entity 1:  [Position] [Velocity] [Health]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Entity 2:  [Position] [Velocity]          [Sprite]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Entity 3:  [Position]            [Health] [AI]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System: MovementSystem — обробляє всі (Position, Velocity)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Історія ECS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1998 — Thief: The Dark Project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Перші ідеї композиції компонентів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2002 — Dungeon Siege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Scott Bilas: "A Data-Driven Game Object System"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Формалізація підходу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2007 — Unity 3D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GameObject + Components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Популяризація в геймдеві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2017 — Unity ECS (DOTS)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"Чистий" ECS з Data-Oriented Design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2018+ — Rust ECS бібліотеки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specs, legion, hecs, bevy_ecs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Оптимальне поєднання з ownership моделлю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Проблеми OOP для симуляцій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Класична OOP ієрархія: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GameObject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├── Enemy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│     ├── FlyingEnemy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│     └── GroundEnemy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└── Player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      └── FlyingPlayer  ← Дублювання коду!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Diamond Problem — множинне наслідування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Rigid Hierarchy — важко змінити структуру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Code Duplication — FlyingEnemy та FlyingPlayer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Cache Misses — об'єкти розкидані в пам'яті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Tight Coupling — логіка прив'язана до класу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OOP vs ECS — приклад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OOP підхід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FlyingEnemy extends Enemy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Vec3;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velocity: Vec3;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health: i32;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fly_height: f32;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update(&amp;mut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self.position += self.velocity;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self.maintain_altitude();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self.attack_player();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ECS підхід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Компоненти (тільки дані)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Position(Vec3);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Velocity(Vec3);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Health(i32);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Flying { height: f32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Enemy;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Сутність = набір компонентів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flying_enemy = world.spawn((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Velocity(Vec3::new(1.0, 0.0, 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Health(100),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Flying { height: 10.0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Enemy,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Системи (тільки логіка)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movement_system(query: Query&lt;(&amp;mut Position, &amp;Velocity)&gt;)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flying_system(query: Query&lt;(&amp;mut Position, &amp;Flying)&gt;) { ... 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Entity (Сутність)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Entity — унікальний ідентифікатор, що представляє "річ" у світі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 містить даних (тільки 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 містить логіки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Може мати будь-яку комбінацію компонентів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Створюється та знищується динамічно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Аналогія: Entity — це "ім'я" або "етикетка" на коробці,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 компоненти — вміст коробки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331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Entity зазвичай просто число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#[derive(Clone, Copy, PartialEq, Eq, Hash)]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Entity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generation: u32,  // Для переіспользання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Створення сутностей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player = world.spawn_empty();           // Порожня сутність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enemy = world.spawn((Position::default(), Health(100)));  // З компонентами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Знищення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world.despawn(enemy);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Перевірка існування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world.contains(player) { ... 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Component (Компонент)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Component — структура даних без логіки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Plain Old Data (POD) — просто дані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Без методів (окрім derive)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Один тип = один аспект сутності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Може бути доданий/видалений динамічно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965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bevy_ecs::component::Component;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Компоненти — просто структури з даними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Position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z: f32,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Velocity(Vec3);  // Tuple struct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Health(i32);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Name(String);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Marker components (без даних)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Player;  // Тег "це гравець"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Enemy;   // Тег "це ворог"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Flying;  // Тег "може літати"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System (Система)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System — функція, що обробляє сутності з певними компонентами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Чиста логіка без стану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Оперує над Query (запитами)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Виконується кожен кадр/тік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Може бути паралелізована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74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bevy_ecs::system::Query;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Система руху — обробляє всі сутності з Position та Velocity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movement_system(mut query: Query&lt;(&amp;mut Position, &amp;Velocity)&gt;)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(mut pos, vel) in query.iter_mut()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pos.x += vel.0.x;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pos.y += vel.0.y;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pos.z += vel.0.z;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Система здоров'я — тільки сутності з Health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health_system(query: Query&lt;(Entity, &amp;Health)&gt;, mut commands: Commands)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(entity, health) in query.iter()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health.0 &lt;= 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commands.entity(entity).despawn();  // Видалити мертвих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Система з фільтром — тільки Flying Enemy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flying_enemy_system(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Query&lt;&amp;mut Position, (With&lt;Flying&gt;, With&lt;Enemy&gt;)&gt;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... 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World (Світ)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World — контейнер для всіх сутностей, компонентів та ресурсів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Відповідальності: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Зберігання всіх компонентів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Створення/видалення сутностей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Керування ресурсами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Виконання систем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74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bevy_ecs::world::World;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Створення світу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world = World::new();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Додавання ресурсів (глобальних даних)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world.insert_resource(GameTime { delta: 0.016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world.insert_resource(GameConfig::default());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Створення сутностей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player = world.spawn((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 { x: 0.0, y: 0.0, z: 0.0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Velocity(Vec3::ZERO),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Health(100),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)).id();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Доступ до компонента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Some(health) = world.get::&lt;Health&gt;(player)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println!("Player health: {}", health.0);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Модифікація компонента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Some(mut health) = world.get_mut::&lt;Health&gt;(player)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health.0 -=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Query (Запит)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bevy_ecs::system::Query;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bevy_ecs::query::{With, Without, Changed, Added};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Базовий запит — всі сутності з Position та Velocity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system1(query: Query&lt;(&amp;Position, &amp;Velocity)&gt;)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(pos, vel) in query.iter()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Мутабельний запит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system2(mut query: Query&lt;&amp;mut Position&gt;)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mut pos in query.iter_mut()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pos.x += 1.0;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Фільтри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system3(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Тільки з Player, без Enemy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Query&lt;&amp;Position, (With&lt;Player&gt;, Without&lt;Enemy&gt;)&gt;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...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system4(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Query&lt;&amp;Position, Changed&lt;Position&gt;&gt;  // Тільки змінені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...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Optional 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system5(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Query&lt;(&amp;Position, Option&lt;&amp;Velocity&gt;)&gt;  // Velocity може бути відсутній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(pos, maybe_vel) in query.iter()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Some(vel) = maybe_vel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Entity ID в запиті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system6(query: Query&lt;(Entity, &amp;Health)&gt;)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(entity, health) in query.iter()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println!("Entity {:?} has {} health", entity, health.0);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Archetype (Архетип)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Archetype — група сутностей з однаковим набором компонентів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Концепція: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Сутності з однаковими компонентами зберігаються разом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Оптимізація для cache-friendly доступу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Швидкі запити без сканування всіх сутностей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Archetype A: [Position, Velocity]       ← 1000 сутностей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Position[] │ Velocity[] │  (contiguous memory)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Archetype B: [Position, Velocity, Health]  ← 500 сутностей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Position[] │ Velocity[] │ Health[] │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Запит Query&lt;(&amp;Position, &amp;Velocity)&gt; обробляє обидва архетипи!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Data-Oriented Design (DOD)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DOD — проектування навколо даних, а не абстракцій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Принципи: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Дані визначають структуру програми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Оптимізація для hardware (cache, SIMD)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Масові операції замість поодиноких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Передбачуваний доступ до пам'яті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931920" cy="13716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OOP: Array of Structs (AoS)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[Obj1: pos,vel,hp]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[Obj2: pos,vel,hp]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[Obj3: pos,vel,hp]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miss при ітерації!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0" y="1965960"/>
            <a:ext cx="41148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0116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ECS: Struct of Arrays (SoA)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[pos1, pos2, pos3, ...]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[vel1, vel2, vel3, ...]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[hp1,  hp2,  hp3,  ...]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Cache-friendly!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Cache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Чому SoA швидший?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CPU Cache працює з cache lines (~64 байти)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При читанні однієї змінної — завантажується вся лінія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AoS: struct Enemy { pos: Vec3, vel: Vec3, hp: i32, name: String,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[Enemy1: 128 bytes][Enemy2: 128 bytes][Enemy3: 128 bytes]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При ітерації тільки по pos — 75% cache waste!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SoA: positions: Vec&lt;Vec3&gt;, velocities: Vec&lt;Vec3&gt;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[pos1][pos2][pos3][pos4][pos5]...  ← Всі позиції поруч!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100% cache utilization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87752"/>
            <a:ext cx="8046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Бенчмарки (10,000 сутностей):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AoS ітерація: ~2.5ms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SoA ітерація: ~0.3ms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Прискорення: 8x!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ECS vs OOP — порівняння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Аспект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Структура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Ієрархія класів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Композиція компонентів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Дані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 об'єктах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Окремо (компоненти)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Логіка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Методи класів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Системи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Зв'язки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Наслідування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Запити (Query)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Пам'ять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AoS (розкидані)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SoA (згруповані)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Розширення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Нові класи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Нові компоненти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Паралелізм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Складний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Природній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Продуктивність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Помірна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Висока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ECS виграє при великій кількості однотипних сутностей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ECS vs Actor Model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Аспект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Actor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Ізоляція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Повна (mailbox)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Часткова (shared world)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Комунікація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Повідомлення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Через компоненти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Паралелізм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 акторах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 системах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Стан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 акторі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 компонентах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Масштаб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~10K акторів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~1M+ сутностей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Latency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Нижча (async)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Вища (batch)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Throughput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Помірний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Високий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Distributed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Simulation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Actor: кожен агент ізольований | ECS: всі агенти обробляються разом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Переваги ECS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Продуктивність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Cache-friendly data layout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Ефективні batch операції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Легка паралелізація систем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Гнучкість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Композиція замість наслідування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Динамічне додавання/видалення компонентів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Легко створювати нові комбінації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Maintainability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Системи незалежні одна від одної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Легко тестувати окремо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Чіткий поділ відповідальностей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Масштабованість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Мільйони сутностей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Легко додавати нові системи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Hot reload компонентів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Недоліки ECS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Складність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Інша парадигма мислення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Крива навчання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Не інтуїтивно для простих задач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Boilerplate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Багато дрібних компонентів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Системи для кожної операції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Query типи можуть бути складними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Debugging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Важко відстежити конкретну сутність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Стан розкиданий по компонентах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Порядок виконання систем важливий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Overhead для малих систем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Для &lt;100 об'єктів OOP може бути швидшим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Archetype management має overhead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Чому ECS для МАС?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Мультиагентні системи ідеально підходять для ECS: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Багато однотипних сутностей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Сотні/тисячі БПЛА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Однакова базова структура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Спільні операції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Рух всіх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Оновлення сенсорів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Перевірка батареї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Комбінаторність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Розвідник = Position + Velocity + Camera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Штурмовик = Position + Velocity + Weapon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Ретранслятор = Position + Antenna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Паралелізм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Системи можуть працювати паралельно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Масова обробка телеметрії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Компоненти БПЛА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Фізичні компоненти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Position(Vec3);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Velocity(Vec3);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Orientation(Quat);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Battery(u8);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Health(i32);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Ідентифікація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DroneId(u64);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TeamId(u8);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Спеціалізація (маркери)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Scout;       // Розвідник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Combat;      // Штурмовик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Relay;       // Ретранслятор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Обладнання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Camera { resolution: (u32, u32), fov: f32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#[derive(Component)]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Weapon { damage: i32, range: f32, cooldown: f32 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Системи для рою БПЛА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Система руху — для ВСІХ сутностей з Position та Velocity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movement_system(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time: Res&lt;Time&gt;,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query: Query&lt;(&amp;mut Position, &amp;Velocity)&gt;,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dt = time.delta_seconds();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(mut pos, vel) in query.iter_mut()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pos.0 += vel.0 * dt;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Система батареї — тільки для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battery_system(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query: Query&lt;(&amp;mut Battery, &amp;Velocity), With&lt;DroneId&gt;&gt;,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(mut battery, vel) in query.iter_mut()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Швидший рух = більше витрата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drain = (vel.0.length() * 0.01) as u8;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battery.0 = battery.0.saturating_sub(drain);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Система сканування — тільки розвідники з камерою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scout_scan_system(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scouts: Query&lt;(&amp;Position, &amp;Camera), With&lt;Scout&gt;&gt;,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targets: Query&lt;&amp;Position, With&lt;Target&gt;&gt;,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mut events: EventWriter&lt;TargetDetected&gt;,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(scout_pos, camera) in scouts.iter()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target_pos in targets.iter()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scout_pos.0.distance(target_pos.0) &lt; camera.fov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events.send(TargetDetected { position: target_pos.0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Створення дронів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Spawning різних типів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spawn_drone_fleet(mut commands: Commands)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Базові компоненти для всіх дронів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base_bundle =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Velocity(Vec3::ZERO),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Orientation(Quat::IDENTITY),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Battery(100),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Health(100),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10 розвідників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commands.spawn((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base_bundle.clone(),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DroneId(i),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TeamId(1),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Scout,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Camera { resolution: (1920, 1080), fov: 60.0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5 штурмовиків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10..15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commands.spawn((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base_bundle.clone(),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DroneId(i),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TeamId(1),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Combat,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Weapon { damage: 50, range: 100.0, cooldown: 1.0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3 ретранслятори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15..18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commands.spawn((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base_bundle.clone(),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DroneId(i),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TeamId(1),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Relay,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Antenna { range: 500.0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ECS — Entity-Component-System: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Entity — ідентифікатор (просто число)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Component — дані без логіки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System — логіка без стану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World — контейнер всього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Переваги: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Cache-friendly (SoA layout)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Композиція замість наслідування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Легка паралелізація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Масштабованість до мільйонів сутностей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Ідеально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Багато однотипних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Спільні операції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Комбінаторність типів дронів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bevy_ecs, ресурси, події, повна симуляція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ECS Частина 1</dc:title>
  <dc:subject>PptxGenJS Presentation</dc:subject>
  <dc:creator>О.С. Бичков</dc:creator>
  <cp:lastModifiedBy>О.С. Бичков</cp:lastModifiedBy>
  <cp:revision>1</cp:revision>
  <dcterms:created xsi:type="dcterms:W3CDTF">2026-01-02T20:02:44Z</dcterms:created>
  <dcterms:modified xsi:type="dcterms:W3CDTF">2026-01-02T20:02:44Z</dcterms:modified>
</cp:coreProperties>
</file>