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12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Arc, Mutex та синхронізація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Спільний стан та message passing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Arc • Mutex • RwLock • channels • mpsc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спільна карта, координатор рою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Синхронізація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Arc&lt;T&gt; — thread-safe Rc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Arc::clone vs Rc::clone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Mutex&lt;T&gt; — взаємне виключення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lock() та MutexGuard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Arc&lt;Mutex&lt;T&gt;&gt;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Deadlocks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RwLock&lt;T&gt; — read-write 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Коли Mutex, коли RwLock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Message passing — channels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mpsc::channel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Sender та Receiver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Спільна карта світу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Координатор рою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Агенти з каналами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Worker pool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Порівняння підходів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Arc&lt;T&gt; — Atomic Reference Counting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Arc — thread-safe версія Rc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= Atomic (atomic operations для counter)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Arc::new(vec![1, 2, 3]);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Arc::clone — atomic increment, не deep copy!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data1 = Arc::clone(&amp;data);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data2 = Arc::clone(&amp;data);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handle1 =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println!("Thread 1: {:?}", data1);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handle2 =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println!("Thread 2: {:?}", data2);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handle1.join().unwrap();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handle2.join().unwrap();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 все ще доступна (strong_count = 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println!("Main: {:?}", data);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Arc vs Rc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Rc&lt;T&gt;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Arc&lt;T&gt;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Thread-safe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Counter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Non-atomic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Atomic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Overhead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Менший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Більший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Send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✓ (якщо T: Send)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✓ (якщо T: Sync)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Use 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Single-thread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Multi-thread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57200"/>
            <a:ext cx="8229600" cy="2788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502920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Правило: завжди починайте з Rc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Переходьте на Arc тільки для потоків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     // Single-threaded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  // Multi-threaded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Arc НЕ дає мутабельність!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Arc&lt;T&gt; дозволяє &amp;T з багатьох потоків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мутабельності: Arc&lt;Mutex&lt;T&gt;&gt;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Mutex&lt;T&gt; — взаємне виключення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Mutex (Mutual Exclusion) — примітив синхронізації: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Тільки один потік може мати доступ одночасно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Інші потоки чекають (блокуються)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Гарантує атомарність операцій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std::sync::Mutex;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Mutex обгортає дані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 = Mutex::new(5);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lock() — заблокувати і отримати доступ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guard = m.lock().unwrap();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guard: MutexGuard&lt;i32&gt; — Deref до &amp;mut i32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*guard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println!("Value: {}", *guard);  //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guard dropped → mutex розблоковано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інші можуть заблокувати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guard = m.lock().unwrap();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println!("Value: {}", *guard);  //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lock() повертає Result — може бути poisoned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lock() та MutexGuard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std::sync::Mutex;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mutex = Mutex::new(String::from("hello"));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lock() повертає LockResult&lt;MutexGuard&lt;T&gt;&gt;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MutexGuard — RAII guard, unlock при drop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mutex.lock();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Ok(mut guard)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guard реалізує Deref&lt;Target=T&gt; та DerefMut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guard.push_str(" world");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println!("{}", *guard);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При виході guard dropped → unlock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Err(poisoned)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Mutex "отруєний" — попередній власник запанікував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Дані можуть бути в неконсистентному стані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guard = poisoned.into_inner();  // Отримати все одно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println!("Recovered: {}", *guard);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try_lock() — не блокуюча спроба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Ok(guard) = mutex.try_lock()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*guard);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Arc&lt;Mutex&lt;T&gt;&gt; — спільний мутабельний стан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Mutex};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Arc для shared ownership, Mutex для мутабельності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counter = Arc::new(Mutex::new(0));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handles = vec![];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0..10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counter = Arc::clone(&amp;counter);  // Clone Arc, не Mutex!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handle =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Кожен потік блокує, інкрементує, розблоковує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mut num = counter.lock().unwrap();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*num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num dropped тут → unlock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handles.push(handle);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handle in handles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handle.join().unwrap();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println!("Result: {}", *counter.lock().unwrap());  //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Deadlocks — взаємне блокування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Mutex};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Deadlock scenario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Arc::new(Mutex::new(1));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Arc::new(Mutex::new(2));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a1 = Arc::clone(&amp;a);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b1 = Arc::clone(&amp;b);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handle1 =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_lock_a = a1.lock().unwrap();  // Потік 1 блокує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thread::sleep(std::time::Duration::from_millis(10));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_lock_b = b1.lock().unwrap();  // Чекає на B...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a2 = Arc::clone(&amp;a);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b2 = Arc::clone(&amp;b);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handle2 =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_lock_b = b2.lock().unwrap();  // Потік 2 блокує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thread::sleep(std::time::Duration::from_millis(10));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_lock_a = a2.lock().unwrap();  // Чекає на A...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DEADLOCK! Обидва потоки чекають вічно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Уникнення Deadlocks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554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Стратегії уникнення deadlocks: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Завжди блокуйте в одному порядку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Потік 1: lock(A), lock(B)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Потік 2: lock(A), lock(B)  ← Той самий порядок!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Мінімізуйте час утримання 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Блокуйте → зробіть мінімум → розблокуйте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Уникайте вкладених locks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Один mutex на критичну секцію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Використовуйте try_lock з timeout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514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Правильний порядок — сортуємо за адресою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(first, second) = if &amp;*a as *const _ &lt; &amp;*b as *const _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(&amp;a, &amp;b)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(&amp;b, &amp;a)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_g1 = first.lock().unwrap();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_g2 = second.lock().unwrap();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RwLock&lt;T&gt; — Read-Write Lock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std::sync::RwLock;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RwLock дозволяє: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Багато читачів одночасно (&amp;T)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АБО один писач (&amp;mut 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lock = RwLock::new(vec![1, 2, 3]);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Читання — багато потоків одночасно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r1 = lock.read().unwrap();  // RwLockReadGuard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r2 = lock.read().unwrap();  // ✓ Ще один читач OK!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 {:?}", *r1, *r2);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guards dropped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Запис — ексклюзивно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w = lock.write().unwrap();  // RwLockWriteGuard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w.push(4);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Ніхто інший не може читати чи писати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guard dropped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try_read() / try_write() — неблокуючі версії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Ok(r) = lock.try_read()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*r);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Mutex vs RwLock — коли що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Критерій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Mutex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RwLock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Readers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Багато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Writers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Overhead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Менший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Більший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Fairness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FIFO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Reader bias можливий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Коли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Часті writes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Рідкі writes, часті reads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65176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724912"/>
            <a:ext cx="804672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Правило вибору: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Mutex — за замовчуванням (простіше, швидше)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RwLock — якщо багато читачів і рідкі записи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 приклади: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Mutex — лічильник повідомлень, чергa команд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RwLock — спільна карта світу (часте читання)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Message Passing — Channels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515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"Do not communicate by sharing memory;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instead, share memory by communicating."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— Go proverb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Channels — альтернатива shared state: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Відправник (Sender) → Канал → Отримувач (Receiver)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Ownership передається через канал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Немає race conditions — дані мають одного власника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011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  // Multi-Producer, Single-Consumer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channel() створює (Sender, Receiver)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tx — Sender, можна clone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rx — Receiver, тільки один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tx.send(42).unwrap();     // Відправити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msg = rx.recv().unwrap();  // Отримати (blocking)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println!("Received: {}", msg);  // 42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mpsc::channel — базове використання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rx) = mpsc::channel();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messages = vec!["hi", "from", "thread"];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msg in messages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tx.send(msg).unwrap();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thread::sleep(std::time::Duration::from_millis(100));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tx dropped тут — канал закритий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Головний потік отримує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rx.recv() блокує поки є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Повертає Err коли канал закритий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let Ok(msg) = rx.recv()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println!("Got: {}", 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println!("Channel closed");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Вивід: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Got: hi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Got: 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Got: thread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Channel closed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Multiple Producers — clone Sender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rx) = mpsc::channel();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Clone tx для кожного producer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0..3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tx_clone = tx.clone();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j in 0..3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msg = format!("Producer {} message {}", i, j);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tx_clone.send(msg).unwrap();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tx_clone dropped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Важливо! Drop оригінальний tx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drop(tx);  // Інакше rx.recv() буде чекати вічно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Отримуємо всі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received in rx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println!("{}", received);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9 повідомлень у недетермінованому порядку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sync_channel — bounded channel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sync_channel — обмежений буфер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mpsc::sync_channel(2);  // Буфер на 2 елементи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tx.send(1).unwrap();  // ✓ Буфер: [1]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tx.send(2).unwrap();  // ✓ Буфер: [1, 2]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tx.send(3).unwrap();  // ⏳ БЛОКУЄ! Буфер повний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Різниця: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channel() — unbounded, ніколи не блокує send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sync_channel(n) — bounded, блокує коли повний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sync_channel(0) — rendezvous channel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 блокує поки receive не готовий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mpsc::sync_channel(0);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tx.send(42).unwrap();  // Блокує поки rx.recv()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std::thread::sleep(std::time::Duration::from_millis(100));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 = rx.recv().unwrap();  // Розблоковує send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Receiver методи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recv() — блокує поки є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msg = rx.recv()?;  // Result&lt;T, RecvError&gt;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try_recv() — не блокує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rx.try_recv()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Ok(msg) =&gt; println!("Got: {}", msg),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Err(mpsc::TryRecvError::Empty) =&gt; println!("No message yet"),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Err(mpsc::TryRecvError::Disconnected) =&gt; println!("Channel closed"),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recv_timeout() — блокує з 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rx.recv_timeout(Duration::from_secs(1))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Ok(msg) =&gt; println!("Got: {}", msg),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Err(mpsc::RecvTimeoutError::Timeout) =&gt; println!("Timeout!"),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Err(mpsc::RecvTimeoutError::Disconnected) =&gt; println!("Closed"),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iter() — ітератор по повідомленнях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msg in rx.iter()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msg);  // Поки канал відкритий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Спільна карта світу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RwLock};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WorldMap = Arc&lt;RwLock&lt;HashMap&lt;(i32, i32), CellType&gt;&gt;&gt;;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create_agents(map: WorldMap, count: usize) -&gt; Vec&lt;JoinHandle&lt;()&gt;&gt;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(0..count).map(|id|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map = Arc::clone(&amp;map);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Читання — багато агентів одночасно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let map_read = map.read().unwrap();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let cell = map_read.get(&amp;(id as i32, 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// Аналіз...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  // read lock released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Запис — ексклюзивно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let mut map_write = map.write().unwrap();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map_write.insert((id as i32, 0), CellType::Explored);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  // write lock released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thread::sleep(Duration::from_millis(100));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Координатор рою з channels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AgentMessage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 { id: u32, x: f64, y: f64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TargetDetected { id: u32, target: TargetInfo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LowBattery { id: u32, level: u8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RequestCommand { id: u32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rx: mpsc::Receiver&lt;AgentMessage&gt;,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HashMap&lt;u32, AgentInfo&gt;,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run(&amp;mut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let Ok(msg) = self.rx.recv()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AgentMessage::Position { id, x, y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self.agents.get_mut(&amp;id).unwrap().position = (x, 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AgentMessage::TargetDetected { id, target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self.assign_agents_to_target(target);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AgentMessage::LowBattery { id, level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self.recall_agent(id);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AgentMessage::RequestCommand { id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self.send_next_command(id);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Агенти з двонаправленою комунікацією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std::sync::mpsc::{self, Sender, Receiver};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to_coordinator: Sender&lt;AgentMessage&gt;,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from_coordinator: Receiver&lt;Command&gt;,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run(self)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Надіслати позицію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self.to_coordinator.send(AgentMessage::Position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id: self.id,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x: self.current_x(),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y: self.current_y(),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Перевірити команди (неблокуюче)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Ok(cmd) = self.from_coordinator.try_recv()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self.execute_command(cmd);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Основна логіка агента...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thread::sleep(Duration::from_millis(50));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Створення агента з каналами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(agent_tx, coord_rx) = mpsc::channel();  // Agent → Coordinator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(coord_tx, agent_rx) = mpsc::channel();  // Coordinator → Agent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Worker Pool 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std::sync::{mpsc, Arc, Mutex};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ThreadPool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workers: Vec&lt;Worker&gt;,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mpsc::Sender&lt;Job&gt;,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Job = Box&lt;dyn FnOnce() + Send + 'static&gt;;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ThreadPool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new(size: usize)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(sender, receiver) = mpsc::channel();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receiver = Arc::new(Mutex::new(receiver));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workers: Vec&lt;_&gt; = (0..size)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.map(|id| Worker::new(id, Arc::clone(&amp;receiver)))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ThreadPool { workers, sender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execute&lt;F: FnOnce() + Send + 'static&gt;(&amp;self, f: 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self.sender.send(Box::new(f)).unwrap();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Worker { id: usize, thread: JoinHandle&lt;()&gt;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Worker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new(id: usize, receiver: Arc&lt;Mutex&lt;mpsc::Receiver&lt;Job&gt;&gt;&gt;)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thread = thread::spawn(move ||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job = receiver.lock().unwrap().recv().unwrap();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job();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Worker { id, thread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Атомарний лічильник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std::sync::atomic::{AtomicU64, Ordering};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Thread-safe лічильник без Mutex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SwarmStats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messages_sent: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messages_received: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tasks_completed: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messages_sent: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messages_received: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tasks_completed: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record_sent(&amp;self)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self.messages_sent.fetch_add(1, Ordering::Relaxed);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summary(&amp;self)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format!("Sent: {}, Received: {}, Tasks: {}",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self.messages_sent.load(Ordering::Relaxed),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self.messages_received.load(Ordering::Relaxed),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self.tasks_completed.load(Ordering::Relaxed))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Arc&lt;SwarmStats&gt; можна шарити між потоками без Mutex!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Shared State vs Message Passing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Shared State (Arc&lt;Mutex&lt;T&gt;&gt;)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Прямий доступ до даних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Низький overhead для дрібних ops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Простіше для простих випадків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✗ Deadlock можливий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✗ Складно масштабувати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✗ Контролювати порядок важко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868680"/>
            <a:ext cx="411480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Message Passing (channels)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Немає shared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Ownership чіткий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Масштабується добре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Легше тестувати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✗ Копіювання даних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✗ Складніша архітектура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✗ Можливий channel bloat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🤖 МАС: часто комбінація — channels для команд, Arc&lt;RwLock&gt; для карти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Практичні поради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14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Починайте з channels — простіше рефакторити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Мінімізуйте scope lock'ів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Уникайте вкладених locks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Clone перед spawn (дешевше ніж Arc часом)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Використовуйте try_lock/try_recv для responsive коду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тримайте lock через await (async)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ігноруйте poisoned mutex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забувайте drop(tx) для закриття каналу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Координатор — окремий потік з Receiver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Агенти — потоки з Sender до координатора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Спільні дані — Arc&lt;RwLock&lt;T&gt;&gt; для читання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430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Забули drop tx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tx живе → rx.recv() вічно чекає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msg in rx { }  // Ніколи не закінчиться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43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Drop tx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drop(tx);  // Закриваємо канал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msg in rx { }  // Закінчиться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3931920" cy="11430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48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Lock на весь scope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4231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guard = mutex.lock().unwrap();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багато коду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guard живе надто довго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03120"/>
            <a:ext cx="4114800" cy="1143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Мінімальний scope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4231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guard = mutex.lock().unwrap();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guard.clone()  // Швидко!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Shared State: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Arc&lt;T&gt; — thread-safe shared ownership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Mutex&lt;T&gt; — один потік має доступ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RwLock&lt;T&gt; — багато читачів АБО один писач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Message Passing: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mpsc::channel — multi-producer, single-consumer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Sender можна clone, Receiver — ні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sync_channel — bounded з backpressure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 архітектура: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Координатор з Receiver для команд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Агенти з Sender до координатора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Arc&lt;RwLock&lt;WorldMap&gt;&gt; для спільної карти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AtomicU64 для лічильників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Async/Await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Counter: 10 потоків інкрементують Arc&lt;Mutex&lt;u32&gt;&gt;.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Виведіть фінальне значення.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Producer-Consumer: 3 producers, 1 consumer.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Producers генерують числа, consumer сумує.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Worker Pool: Реалізуйте пул з 4 workers.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Виконайте 20 задач паралельно.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МАС Simulation: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5 агентів (потоків)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1 координатор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Агенти надсилають позиції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Координатор оновлює Arc&lt;RwLock&lt;HashMap&gt;&gt;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Агенти читають позиції сусідів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Chat: Multi-user chat з channels.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Broadcast повідомлення всім учасникам.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Дякую за увагу!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Threads • Arc • Mutex • Channels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 Частина 2</dc:title>
  <dc:subject>PptxGenJS Presentation</dc:subject>
  <dc:creator>О.С. Бичков</dc:creator>
  <cp:lastModifiedBy>О.С. Бичков</cp:lastModifiedBy>
  <cp:revision>1</cp:revision>
  <dcterms:created xsi:type="dcterms:W3CDTF">2026-01-02T18:18:14Z</dcterms:created>
  <dcterms:modified xsi:type="dcterms:W3CDTF">2026-01-02T18:18:14Z</dcterms:modified>
</cp:coreProperties>
</file>