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Лекція 4: Enum та Pattern Matching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EC9B0"/>
                </a:solidFill>
              </a:rPr>
              <a:t>ДОДАТОК: Приклади для Мультиагентних Систем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🤖 Застосування enum та match у рої БПЛА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517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Цей додаток містить 9 слайдів з прикладами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Ролі дронів у рої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Команди та повідомлення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FSM для рою та координація груп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Використовувати разом з основною Лекцією 4 (60 слайдів)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Ролі дронів у рої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12 (Атрибути для Enum)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У реальному рої БПЛА кожен дрон має спеціалізацію.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Enum ідеально моделює цю концепцію — дрон може мати ТІЛЬКИ ОДНУ роль: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Ролі дронів відповідно до структури рою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DroneRole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Scout,        // Розвідник — пошук цілей, передача координат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Combat,       // Бойовий — ураження цілей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Transport,    // Транспортний — доставка вантажів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Relay,        // Ретранслятор — забезпечення зв'язку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Jammer,       // РЕБ — глушіння ворожих сигналів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Recognizer,   // Розпізнавач — аналіз даних сенсорів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Advisor,      // Радник — моделювання ризиків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role: DroneRole,  // Кожен дрон знає свою роль!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group_id: u32,    // До якої групи належить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 ролі через match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drone.role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DroneRole::Scout =&gt; start_reconnaissance(),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DroneRole::Combat =&gt; await_target_assignment(),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DroneRole::Relay =&gt; establish_mesh_network(),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standby(),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Команди рою БПЛА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18 (Розмір Enum у пам'яті)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У рої команди надходять на різних рівнях ієрархії.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Enum з даними дозволяє типобезпечно моделювати всі види команд: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Команди від Командира рою до груп та окремих дронів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SwarmCommand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Стратегічні (від Командира рою)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FormFormation { pattern: FormationPattern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AssignSector { group_id: u32, sector: Sector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InitiateAttack { targets: Vec&lt;TargetId&gt;, priority: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Тактичні (від Командира групи)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CoordinateWith { drone_ids: Vec&lt;u32&gt;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ShareIntel { data: IntelData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ReassignRole { drone_id: u32, new_role: DroneRole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Індивідуальні (для окремого дрона)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Execute(DroneCommand),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Аварійні (з будь-якого рівня, найвищий пріоритет)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Abort { reason: String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ReturnAllToBase,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ScatterAndEvade,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варіант містить ТІЛЬКИ релевантні дані!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Повідомлення між агентами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18 (разом з попереднім)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Агенти в рої постійно обмінюються інформацією різних типів.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Enum моделює всі можливі повідомлення: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Повідомлення між дронами та командирами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AgentMessage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Від дрона до командира групи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StatusReport { drone_id: u32, state: DroneState, battery: u8, position: Position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TargetSpotted { position: Position, target_type: TargetType, confidence: f32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RequestAssistance { drone_id: u32, reason: AssistanceReason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 { drone_id: u32, report: MissionReport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Від командира групи до дронів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AcknowledgeReport { drone_id: u32, next_action: Option&lt;DroneCommand&gt;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NewOrders(DroneCommand),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Peer-to-peer (між дронами напряму)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PositionUpdate { from: u32, position: Position, velocity: Vector3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CollisionWarning { from: u32, to: u32, time_to_collision_ms: u32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FormationAdjust { from: u32, suggested_offset: Vector3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Broadcast (всім у радіусі)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EmergencyBroadcast { source: u32, message: String, priority: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ThreatAlert { position: Position, threat_type: ThreatType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Обробка команд з пріоритетами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29 (Match Guards)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У бойовій ситуації команди мають різні пріоритети.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match з guards дозволяє елегантно це обробляти: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process_swarm_command(cmd: SwarmCommand, situation: &amp;BattleSituation)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cmd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Аварійні команди — ЗАВЖДИ виконуються негайно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SwarmCommand::Abort { reason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log::error!("ABORT: {}", reason);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execute_abort_protocol();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SwarmCommand::ReturnAllToBase =&gt; recall_all_drones(),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SwarmCommand::ScatterAndEvade =&gt; emergency_scatter(),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Атака — тільки якщо є підтвердження командування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SwarmCommand::InitiateAttack { targets, priority }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situation.has_command_confirmation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begin_coordinated_attack(targets, priority);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SwarmCommand::InitiateAttack { ..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log::warn!("Атака ВІДХИЛЕНА: немає підтвердження командування");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Перегрупування — тільки якщо не під вогнем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SwarmCommand::FormFormation { pattern } if !situation.under_fire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reorganize_formation(pattern);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SwarmCommand::FormFormation { .. } =&gt; queue_for_later(cmd),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Інші команди — в чергу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other =&gt; command_queue.push(other),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Пошук дрона в рої з Option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40 (Оператор ? для Option)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У рої часто потрібно знайти конкретний дрон або найближчий доступний.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Option ідеально моделює ситуацію "може бути, а може й ні":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drones: Vec&lt;Drone&gt;,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commander_id: Option&lt;DroneId&gt;,  // Рій може бути без командира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active_mission: Option&lt;SwarmMission&gt;,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дрон за ID — може не існувати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find_drone(&amp;self, id: DroneId) -&gt; Option&lt;&amp;Drone&gt;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self.drones.iter().find(|d| d.id == 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найближчий ДОСТУПНИЙ дрон до точки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nearest_available(&amp;self, pos: Position) -&gt; Option&lt;&amp;Drone&gt;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.filter(|d| d.is_available() &amp;&amp; d.battery &gt; 20)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.min_by_key(|d| d.position.distance_to(&amp;pos) as i64)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командира (якщо призначений)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get_commander(&amp;self) -&gt; Option&lt;&amp;Drone&gt;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self.commander_id.and_then(|id| self.find_drone(id))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всіх дронів певної ролі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find_by_role(&amp;self, role: DroneRole) -&gt; Vec&lt;&amp;Drone&gt;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self.drones.iter().filter(|d| d.role == role).collect()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Комунікація в рої з Result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46 (Методи Result)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Радіозв'язок у рої ненадійний — Result моделює всі можливі збої: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2057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CommError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NoSignal,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 { waited_ms: u32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Interference { source: String, strength: f32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DroneOffline(DroneId),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EncryptionFailed,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BufferOverflow,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Надіслати команду дрону — може не вдатися!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send_command(&amp;self, drone_id: DroneId, cmd: DroneCommand)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Result&lt;Acknowledgment, CommError&gt;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Знаходимо дрон (Option → Result через ok_or)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drone = self.find_drone(drone_id)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.ok_or(CommError::DroneOffline(drone_id))?;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Перевіряємо сигнал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signal = self.radio.check_signal(&amp;drone.position)?;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signal &lt; MIN_SIGNAL_STRENGTH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Err(CommError::NoSignal);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Передаємо команду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self.radio.transmit(drone, &amp;cmd)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.map_err(|e| CommError::Interference { source: e.source, strength: e.level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FSM для всього рою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56 (Переваги FSM через Enum)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Не тільки окремий дрон, а й ВЕСЬ РІЙ може бути машиною станів: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2057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Стани рою як цілісної бойової одиниці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SwarmState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Формування на базі — очікуємо готовності всіх дронів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Assembling { ready_count: usize, total_count: usize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Переміщення до зони операції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Deploying { destination: Sector, eta_minutes: u32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Патрулювання — основний режим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Patrolling { sectors: Vec&lt;Sector&gt;, pattern: PatrolPattern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Активний бій — виявлено противника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Engaged {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targets: Vec&lt;TargetId&gt;,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casualties: u32,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ammo_status: AmmoStatus,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Повернення на базу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Returning { reason: ReturnReason, estimated_losses: u32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Рій розформовано (завершення місії або критичні втрати)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Disbanded { final_report: MissionReport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Типовий ланцюжок: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Assembling → Deploying → Patrolling ⇄ Engaged → Returning → Disbanded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Координація груп у рої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56 (разом з попереднім)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Кожна група (розвідники, бойові, РЕБ...) має свій стан та координується: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2057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Стан окремої групи дронів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GroupState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Standby,                                    // Очікування наказів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Operating { task: GroupTask },              // Виконання завдання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Supporting { main_group: GroupId },         // Підтримка іншої групи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Regrouping { rally_point: Position },       // Перегрупування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Retreating { reason: String },              // Відступ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Повідомлення координації між групами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CoordinationMessage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Запити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RequestSupport { from: GroupId, position: Position, urgency: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RequestIntel { from: GroupId, about_sector: Sector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Відповіді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ProvideSupport { to: GroupId, drones: Vec&lt;DroneId&gt;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IntelShare { from: GroupId, intel: IntelData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Координація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SectorHandoff { from: GroupId, to: GroupId, sector: Sector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FormationSync { leader: GroupId, formation: FormationPattern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Сповіщення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GroupStatusChange { group: GroupId, old: GroupState, new: GroupState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Ієрархія командування в рої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</a:rPr>
              <a:t>▸ Вставити після слайду 56 (завершує блок МАС)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804672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Enum моделює рівні прийняття рішень та їх повноваження: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2057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Рівні прийняття рішень у рої БПЛА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CommandLevel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Командир рою — стратегічні рішення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SwarmCommander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authority: Vec&lt;StrategicDecision&gt;,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subordinate_groups: Vec&lt;GroupId&gt;,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Командир групи — тактичні рішення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GroupLeader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group_id: GroupId,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group_type: DroneRole,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subordinate_drones: Vec&lt;DroneId&gt;,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Окремий дрон — оперативні рішення в межах автономії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Individual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drone_id: DroneId,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autonomy_level: AutonomyLevel,  // Low, Medium, High, Full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Центр прийняття рішень — колективний AI-аналіз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DecisionCenter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active_algorithms: Vec&lt;Algorithm&gt;,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confidence_threshold: f32,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Ієрархія: SwarmCommander → GroupLeader → Individual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DecisionCenter — advisory (рекомендаційний) для всіх рівнів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4 - Додаток МАС</dc:title>
  <dc:subject>PptxGenJS Presentation</dc:subject>
  <dc:creator>О. С. Бичков</dc:creator>
  <cp:lastModifiedBy>О. С. Бичков</cp:lastModifiedBy>
  <cp:revision>1</cp:revision>
  <dcterms:created xsi:type="dcterms:W3CDTF">2026-01-02T16:12:26Z</dcterms:created>
  <dcterms:modified xsi:type="dcterms:W3CDTF">2026-01-02T16:12:26Z</dcterms:modified>
</cp:coreProperties>
</file>