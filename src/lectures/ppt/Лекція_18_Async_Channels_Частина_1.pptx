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18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Async Channels та синхронізація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Глибоке занурення в async комунікацію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Patterns • Backpressure • Fan-out • Pipeline • Actor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Архітектура комунікації для масштабованого рою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1: Патерни каналів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Повторення: типи async каналів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Backpressure детально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Вибір розміру буфера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Channel closing семантика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Graceful shutdown через канали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select! з каналами детально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biased vs fair selection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Обробка закритих каналів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Fan-out pattern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Fan-in pattern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Pipeline pattern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Request-Response pattern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Coordinator з select!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Multi-channel 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🤖 Priority commands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Типові помилки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</a:rPr>
              <a:t>Частина 2: Actor model, Event Bus, складні патерни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Async канали — повторення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55448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Канал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Буфер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Clone Rx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mpsc bounded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async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async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mpsc unbounded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sync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async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∞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broadcast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sync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async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✓ (subscribe)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watch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sync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async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oneshot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sync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async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514600"/>
            <a:ext cx="8229600" cy="868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587752"/>
            <a:ext cx="804672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Ключові відмінності: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mpsc — багато відправників, один отримувач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broadcast — кожен отримує кожне повідомлення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watch — тільки останнє значення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oneshot — один раз, один результат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Backpressure — механізм балансування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2344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Backpressure — сповільнення producer коли consumer не встигає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Проблема без backpressure: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Producer (1000 msg/s) → [∞ buffer] → Consumer (100 msg/s)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Результат: buffer росте → OOM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Рішення з backpressure: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Producer (1000 msg/s) → [buffer 100] → Consumer (100 msg/s)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Producer блокує коли buffer повний → швидкості вирівнюються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1945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tokio::sync::mpsc;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mut rx) = mpsc::channel::&lt;Data&gt;(100);  // Buffer 100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data = generate_data();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send().await БЛОКУЄ якщо buffer повний!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tx.send(data).await.unwrap();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Consumer (повільніший)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let Some(data) = rx.recv().await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slow_processing(data).await;  // 10ms на елемент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Producer автоматично сповільнюється!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Вибір розміру буфера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Занадто малий буфер: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Producer часто блокується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Throughput падає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Latency зростає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Занадто великий буфер: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Затримка між send та recv зростає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Більше пам'яті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Backpressure спрацьовує пізно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Правило: буфер = N × очікувана затримка обробки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2402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Рекомендації: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команд (низький traffic, швидка обробка)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(cmd_tx, cmd_rx) = mpsc::channel::&lt;Command&gt;(32);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даних сенсорів (високий traffic)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(sensor_tx, sensor_rx) = mpsc::channel::&lt;SensorData&gt;(1000);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координатора (багато агентів)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buffer = кількість агентів × повідомлень за tick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num_agents = 100;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msgs_per_tick = 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mpsc::channel(num_agents * msgs_per_tick);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Unbounded — тільки коли впевнені що consumer швидший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mpsc::unbounded_channel();  // ⚠️ OOM risk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Channel closing — семантика закриття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tokio::sync::mpsc;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mut rx) = mpsc::channel::&lt;i32&gt;(10);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tx2 = tx.clone();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Коли закривається канал?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Всі Sender dropped → канал закритий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drop(tx);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drop(tx2);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rx.recv().await → None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Receiver dropped → канал закритий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drop(rx);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tx.send(42).await → Err(SendError)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tx.is_closed() → true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Явне закриття Receiver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rx.close();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Нові send() → Err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Існуючі повідомлення в буфері все ще можна отримати!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Перевірка: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tx.is_closed()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println!("Receiver is gone or closed");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Очікування закриття: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tx.closed().await;  // Чекає поки receiver закриється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Graceful shutdown через канали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tokio::sync::mpsc;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producer(tx: mpsc::Sender&lt;Data&gt;, mut shutdown: mpsc::Receiver&lt;()&gt;)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 shutdown.recv()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println!("Producer shutting down");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 produce_data(&amp;tx) =&gt;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tx dropped тут — сигнал consumer'у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consumer(mut rx: mpsc::Receiver&lt;Data&gt;)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Обробляємо ВСЕ що залишилось в буфері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let Some(data) = rx.recv().await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process(data).await;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println!("Consumer done, all data processed");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(shutdown_tx, shutdown_rx) = mpsc::channel(1);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(data_tx, data_rx) = mpsc::channel(100);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spawn tasks 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Shutdown: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shutdown_tx.send(()).await.unwrap();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Consumer продовжить обробляти буфер до кінця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select! з каналами — детально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tokio::sync::mpsc;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tokio::select;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multi_channel_handler(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commands: mpsc::Receiver&lt;Command&gt;,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events: mpsc::Receiver&lt;Event&gt;,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shutdown: mpsc::Receiver&lt;()&gt;,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Кожна гілка — окремий pattern match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Some(cmd) = commands.recv()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handle_command(cmd).await;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Some(event) = events.recv()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handle_event(event).await;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 shutdown.recv()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println!("Shutdown received");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else — коли ВСІ канали закриті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else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println!("All channels closed");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Some(x) = channel.recv() — None означає канал закритий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_ = channel.recv() — ігноруємо значення (для shutdown)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biased vs fair selection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tokio::select;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За замовчуванням — FAIR (випадковий порядок)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Some(a) = rx_a.recv() =&gt; { /* ...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Some(b) = rx_b.recv() =&gt; { /* ...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Якщо обидва готові — випадковий вибір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biased — перевірка ПО ПОРЯДКУ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biased;  // ← Важливо!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Перевіряється ПЕРШИМ (пріоритет)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 = shutdown.recv()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Перевіряється другим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Some(cmd) = high_priority.recv()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handle_high(cmd).await;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Перевіряється останнім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Some(cmd) = low_priority.recv()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handle_low(cmd).await;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biased корисний для: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Shutdown має найвищий пріоритет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Пріоритетні черги команд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Обробка закритих каналів в select!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tokio::sync::mpsc;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robust_handler(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primary: mpsc::Receiver&lt;Data&gt;,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backup: mpsc::Receiver&lt;Data&gt;,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primary_closed = false;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backup_closed = false;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 = primary.recv(), if !primary_closed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match 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Some(data) =&gt; process(data).await,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None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println!("Primary closed");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primary_closed = true;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 = backup.recv(), if !backup_closed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match 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Some(data) =&gt; process(data).await,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None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println!("Backup closed");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backup_closed = true;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else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println!("All sources closed");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if !closed — умовне вмикання гілки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Fan-out Pattern — розподіл роботи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tokio::sync::mpsc;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tokio::task::JoinSet;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Fan-out: один producer → багато workers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fan_out&lt;T: Clone + Send + 'static&gt;(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source: mpsc::Receiver&lt;T&gt;,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worker_count: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Створюємо канал для кожного worker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workers: Vec&lt;mpsc::Sender&lt;T&gt;&gt; = Vec::new();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tasks = JoinSet::new();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0..worker_count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(tx, rx) = mpsc::channel(100);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workers.push(tx);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tasks.spawn(async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worker_loop(i, rx).await;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Round-robin розподіл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next_worker =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let Some(item) = source.recv().await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workers[next_worker].send(item).await.ok();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next_worker = (next_worker + 1) % worker_count;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Закриваємо канали workers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drop(workers);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Чекаємо завершення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let Some(_) = tasks.join_next().await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Fan-in Pattern — збір результатів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tokio::sync::mpsc;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tokio::select;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Fan-in: багато sources → один collector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fan_in&lt;T: Send + 'static&gt;(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sources: Vec&lt;mpsc::Receiver&lt;T&gt;&gt;,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mpsc::Receiver&lt;T&gt;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(tx, rx) = mpsc::channel(sources.len() * 10);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Spawn task для кожного source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mut source in sources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tx = tx.clone();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while let Some(item) = source.recv().await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tx.send(item).await.is_err()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break;  // Collector gone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agents_rx: Vec&lt;mpsc::Receiver&lt;AgentReport&gt;&gt; = create_agents();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combined = fan_in(agents_rx).await;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let Some(report) = combined.recv().await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coordinator.process_report(report).await;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Pipeline Pattern — послідовна обробка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tokio::sync::mpsc;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Pipeline: Stage1 → Stage2 → Stage3 → Output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create_pipeline() -&gt; mpsc::Receiver&lt;ProcessedData&gt;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(input_tx, input_rx) = mpsc::channel::&lt;RawData&gt;(100);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(stage1_tx, stage1_rx) = mpsc::channel::&lt;Stage1Data&gt;(50);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(stage2_tx, stage2_rx) = mpsc::channel::&lt;Stage2Data&gt;(50);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(output_tx, output_rx) = mpsc::channel::&lt;ProcessedData&gt;(50);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Stage 1: Валідація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let Some(raw) = input_rx.recv().await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let Some(valid) = validate(raw)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stage1_tx.send(valid).await.ok();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Stage 2: Трансформація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let Some(data) = stage1_rx.recv().await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transformed = transform(data).await;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stage2_tx.send(transformed).await.ok();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Stage 3: Фінальна обробка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let Some(data) = stage2_rx.recv().await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final_data = finalize(data).await;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output_tx.send(final_data).await.ok();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output_rx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Request-Response Pattern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tokio::sync::{mpsc, oneshot};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Request містить канал для відповіді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Request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response_tx: oneshot::Sender&lt;Response&gt;,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Response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service(mut requests: mpsc::Receiver&lt;Request&gt;)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let Some(req) = requests.recv().await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result = process_query(&amp;req.query).await;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_ = req.response_tx.send(Response { data: result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Client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client_request(service_tx: &amp;mpsc::Sender&lt;Request&gt;) -&gt; Response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(response_tx, response_rx) = oneshot::channel();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service_tx.send(Request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query: "SELECT * FROM agents".to_string(),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response_tx,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Чекаємо відповідь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response_rx.await.unwrap()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Timeout для request: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response = tokio::time::timeout(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Duration::from_secs(5),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response_rx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).await??;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Coordinator з select!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from_agents: mpsc::Receiver&lt;AgentMessage&gt;,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to_agents: HashMap&lt;AgentId, mpsc::Sender&lt;Command&gt;&gt;,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broadcast: broadcast::Sender&lt;BroadcastCmd&gt;,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watch::Sender&lt;GlobalState&gt;,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shutdown: mpsc::Receiver&lt;()&gt;,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run(mut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tick = tokio::time::interval(Duration::from_millis(100));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biased;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_ = self.shutdown.recv()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self.shutdown_all().await;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Some(msg) = self.from_agents.recv()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self.handle_message(msg).await;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_ = tick.tick()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self.periodic_update().await;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shutdown_all(&amp;self)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_ = self.broadcast.send(BroadcastCmd::Shutdown);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Чекаємо на обробку...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tokio::time::sleep(Duration::from_secs(1)).await;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Agent з багатьма каналами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AgentChannels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commands: mpsc::Receiver&lt;Command&gt;,         // Персональні команди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broadcast: broadcast::Receiver&lt;BroadcastCmd&gt;, // Загальні команди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state_updates: watch::Receiver&lt;GlobalState&gt;,  // Стан світу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to_coordinator: mpsc::Sender&lt;AgentMessage&gt;,   // Звіти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run(mut self, mut channels: AgentChannels)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tick = tokio::time::interval(Duration::from_millis(100));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biased;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Broadcast має пріоритет (shutdown!)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Ok(cmd) = channels.broadcast.recv()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if matches!(cmd, BroadcastCmd::Shutdown) { break;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self.handle_broadcast(cmd).await;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Some(cmd) = channels.commands.recv()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self.handle_command(cmd).await;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Ok(_) = channels.state_updates.changed()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let state = channels.state_updates.borrow().clone();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self.update_world_view(state);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_ = tick.tick()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self.tick(&amp;channels.to_coordinator).await;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Пріоритетні команди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tokio::sync::mpsc;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Priority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Critical,  // Негайне виконання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High,      // Важливі команди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Normal,    // Звичайні команди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Low,       // Фонові задачі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PriorityChannels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critical: mpsc::Receiver&lt;Command&gt;,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high: mpsc::Receiver&lt;Command&gt;,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normal: mpsc::Receiver&lt;Command&gt;,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low: mpsc::Receiver&lt;Command&gt;,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process_commands(&amp;mut self, ch: &amp;mut PriorityChannels)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biased;  // Пріоритет за порядком!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Some(cmd) = ch.critical.recv()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self.execute_immediately(cmd).await;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Some(cmd) = ch.high.recv()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self.execute_soon(cmd).await;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Some(cmd) = ch.normal.recv()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self.queue_command(cmd);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Some(cmd) = ch.low.recv()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self.queue_background(cmd);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else =&gt;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Message Routing Hub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tokio::sync::mpsc;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MessageRouter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incoming: mpsc::Receiver&lt;RoutedMessage&gt;,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routes: HashMap&lt;AgentId, mpsc::Sender&lt;Message&gt;&gt;,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groups: HashMap&lt;GroupId, Vec&lt;AgentId&gt;&gt;,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MessageRouter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run(mut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let Some(msg) = self.incoming.recv().await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match msg.destination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Destination::Single(id)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if let Some(tx) = self.routes.get(&amp;id)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let _ = tx.send(msg.payload).await;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Destination::Group(group_id)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if let Some(members) = self.groups.get(&amp;group_id)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for id in members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if let Some(tx) = self.routes.get(id)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let _ = tx.send(msg.payload.clone()).await;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Destination::Broadcast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for tx in self.routes.values()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let _ = tx.send(msg.payload.clone()).await;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Типові помилки з async каналами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1887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Забули drop sender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mpsc::channel(10);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tx2 = tx.clone();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tx живий → rx.recv() чекає вічно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Drop всі senders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drop(tx);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drop(tx2);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rx.recv() → None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3931920" cy="11430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94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Unbounded без контролю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mpsc::unbounded();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Producer швидший → OOM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148840"/>
            <a:ext cx="4114800" cy="1143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94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Bounded з backpressure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mpsc::channel(100);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Backpressure!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Ще типові помилки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1887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broadcast lagging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Slow receiver пропускає msgs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Err(RecvError::Lagged(100))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Handle Lagged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rx.recv().await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Err(Lagged(n)) =&gt; resync(),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Ok(msg) =&gt; process(msg),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3931920" cy="10972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94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select! без else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rx.recv() =&gt; { } // None?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148840"/>
            <a:ext cx="41148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94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З else для завершення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Some(x) = rx.recv() =&gt; {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=&gt; break,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Best Practices: Channels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Bounded channels для production (backpressure)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biased select! для пріоритетів (shutdown першим!)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Handle всі варіанти закриття каналів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Graceful shutdown: signal → drain buffer → exit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Розмір буфера = traffic × latency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використовуйте unbounded без вагомої причини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ігноруйте Lagged у broadcast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забувайте drop sender для закриття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блокуйте в обробниках (spawn для важкої роботи)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Для МАС: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mpsc для Agent → Coordinator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broadcast для Coordinator → All Agents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watch для shared state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biased select! для graceful shutdown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Підсумок: Частина 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Backpressure: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Bounded channels автоматично балансують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Вибір буфера: traffic × expected latency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Channel closing: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Drop всіх Sender → Receiver gets None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rx.close() — м'яке закриття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select!: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biased для пріоритетів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else для обробки закритих каналів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if guard для умовного вмикання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Patterns: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Fan-out/Fan-in для паралельної обробки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Pipeline для послідовної обробки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Request-Response з oneshot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Частина 2: Actor model, Event Bus, складні патерни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Async Channels Частина 1</dc:title>
  <dc:subject>PptxGenJS Presentation</dc:subject>
  <dc:creator>О.С. Бичков</dc:creator>
  <cp:lastModifiedBy>О.С. Бичков</cp:lastModifiedBy>
  <cp:revision>1</cp:revision>
  <dcterms:created xsi:type="dcterms:W3CDTF">2026-01-02T19:11:49Z</dcterms:created>
  <dcterms:modified xsi:type="dcterms:W3CDTF">2026-01-02T19:11:49Z</dcterms:modified>
</cp:coreProperties>
</file>