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E422B"/>
                </a:solidFill>
              </a:rPr>
              <a:t>Узагальнення (Generics)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Параметричний поліморфізм у Rust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&lt;T&gt; • bounds • where • monomorphization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узагальнені контейнери, алгоритми для агентів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Основи generics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Проблема дублювання коду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Що таке generics?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Generic функції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Generic структури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Generic enum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Generic методи (impl)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Turbofish синтаксис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Monomorphization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Generics vs Trait Objects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Кілька параметрів типу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Generic константи (const generics)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Generic контейнер для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Узагальнена черга команд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Generic Result для місій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PhantomData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Trait bounds, where клаузи, просунуті патерни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Проблема: дублювання коду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Знайти найбільше число в масиві i32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largest_i32(list: &amp;[i32]) -&gt; &amp;i32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largest = &amp;list[0];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item in list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item &gt; largest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largest = item;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largest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Та сама логіка для f64!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largest_f64(list: &amp;[f64]) -&gt; &amp;f64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largest = &amp;list[0];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item in list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item &gt; largest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largest = item;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largest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 для char... і для String... КОПІПАСТ! 😫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</a:rPr>
              <a:t>Потрібен спосіб написати функцію ОДИН раз для БУДЬ-ЯКОГО типу!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Що таке Generics?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Generics (узагальнення) — механізм параметризації коду типами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Пишемо код один раз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Працює з різними типами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Типобезпечність зберігається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Нульовий runtime overhead (zero-cost abstraction)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9659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&lt;T&gt; — параметр типу (type parameter)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 — placeholder для конкретного типу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largest&lt;T: PartialOrd&gt;(list: &amp;[T]) -&gt; &amp;T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largest = &amp;list[0];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item in list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item &gt; largest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largest = item;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largest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Одна функція для всіх типів!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numbers = vec![34, 50, 25, 100, 65];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largest(&amp;numbers);  // T = i32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chars = vec!['y', 'm', 'a', 'q'];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largest(&amp;chars);    // T = char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Синтаксис generic параметрів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Один параметр типу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foo&lt;T&gt;(x: T) {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Кілька параметрів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bar&lt;T, U&gt;(x: T, y: U) {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 trait bounds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baz&lt;T: Clone&gt;(x: T) {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Конвенції іменування: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 — Type (загальний тип)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 — Error (тип помилки)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K, V — Key, Value (для map)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 — Return (тип повернення)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 — State (стан)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 — Iterator item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Параметри типу завжди в кутових дужках &lt;T&gt; після імені функції/структури/enum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Generic функції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Проста generic функція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identity&lt;T&gt;(x: T) -&gt; 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int = identity(5);       // T = i32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 = identity("hello"); // T = &amp;str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Generic функція з кількома параметрами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swap&lt;T, U&gt;(pair: (T, U)) -&gt; (U, 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(pair.1, pair.0)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swap((1, "hello"));  // ("hello", 1)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Generic з посиланнями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first&lt;T&gt;(slice: &amp;[T]) -&gt; Option&lt;&amp;T&gt;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slice.first()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nums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first_num = first(&amp;nums);  // Some(&amp;1)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Generic структури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Структура з параметром типу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x: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y: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integer_point = Point { x: 5, y: 10 };      // Point&lt;i32&gt;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float_point = Point { x: 1.0, y: 4.0 };     // Point&lt;f64&gt;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Різні типи для різних полів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Pair&lt;T, U&gt;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first: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second: U,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pair = Pair { first: 5, second: "hello" };  // Pair&lt;i32, &amp;str&gt;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Вкладені generics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Container&lt;T&gt;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items: Vec&lt;T&gt;,  // Vec теж generic!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container: Container&lt;i32&gt; = Container { items: vec![1, 2, 3] };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Generic enum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Option&lt;T&gt; — стандартний generic enum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Option&lt;T&gt;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Result&lt;T, E&gt; — два параметри типу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Result&lt;T, 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Власний generic enum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BinaryTree&lt;T&gt;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Leaf(T),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left: Box&lt;BinaryTree&lt;T&gt;&gt;,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right: Box&lt;BinaryTree&lt;T&gt;&gt;,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tree: BinaryTree&lt;i32&gt; = BinaryTree::Node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10,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left: Box::new(BinaryTree::Leaf(5)),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right: Box::new(BinaryTree::Leaf(15)),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Generic методи (impl)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x: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y: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 для ВСІХ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Point&lt;T&gt;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new(x: T, y: T)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Point { x, y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x(&amp;self) -&gt; &amp;T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&amp;self.x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 тільки для конкретного типу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Point&lt;f64&gt;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distance_from_origin(&amp;self) -&gt; f64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(self.x.powi(2) + self.y.powi(2)).sqrt()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p1 = Point::new(5, 10);      // Point&lt;i32&gt;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p2 = Point::new(1.0, 2.0);   // Point&lt;f64&gt;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p1.distance_from_origin();  // ❌ Error — тільки для f64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p2.distance_from_origin();      // ✓ 2.236...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Методи з додатковими параметрами типу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x: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y: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Point&lt;T&gt;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Метод з власним параметром типу 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mixup&lt;U&gt;(self, other: Point&lt;U&gt;) -&gt; Point&lt;T&gt;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Point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x: self.x,   // T від self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y: other.y,  // Помилка! Типи не збігаються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Правильний варіант — повертаємо змішану структуру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impl&lt;T, U&gt; Point&lt;T&gt;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mixup&lt;V, W&gt;(self, other: Point&lt;V&gt;) -&gt; (Point&lt;T&gt;, Point&lt;V&gt;)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Повертаємо обидві точки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(self, other)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створюємо нову структуру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MixedPoint&lt;X, Y&gt; { x: X, y: Y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Point&lt;T&gt;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mixup&lt;U&gt;(self, other: Point&lt;U&gt;) -&gt; MixedPoint&lt;T, U&gt;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MixedPoint { x: self.x, y: other.y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Turbofish ::&lt;&gt; — явне вказання типу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Зазвичай компілятор виводить типи автоматично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vec![1, 2, 3];  // Vec&lt;i32&gt; — виведено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Але іноді потрібно вказати явно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Turbofish syntax: ::&lt;Type&gt;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 1: parse()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num: i32 = "42".parse().unwrap();     // Через анотацію типу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 = "42".parse::&lt;i32&gt;().unwrap();   // Через turbofish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 2: 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chars: Vec&lt;char&gt; = "hello".chars().collect();  // Анотація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chars = "hello".chars().collect::&lt;Vec&lt;char&gt;&gt;(); // Turbofish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chars = "hello".chars().collect::&lt;Vec&lt;_&gt;&gt;();   // _ = виведи сам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 3: 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default = i32::default();              //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default = String::default();           // 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default = &lt;Vec&lt;i32&gt;&gt;::default();       // []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turbofish необхідний?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компілятор не може вивести тип з контексту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Monomorphization — магія zero-cost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Monomorphization — процес, коли компілятор генерує окрему версію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generic коду для кожного конкретного типу, з яким він використовується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DCAA"/>
                </a:solidFill>
              </a:rPr>
              <a:t>Ваш код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548640"/>
            <a:ext cx="8229600" cy="19202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id&lt;T&gt;(x: T) -&gt; T { x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id(5);     // i32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id(3.14);  // f64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id("hi");  // &amp;str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600200"/>
            <a:ext cx="41148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6459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Після monomorphization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8229600" cy="19202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091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id_i32(x: i32) -&gt; i32 { x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id_f64(x: f64) -&gt; f64 { x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id_str(x: &amp;str) -&gt; &amp;str { x 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63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Zero-cost: generic код працює так само швидко як написаний вручну!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Недолік: більший бінарний розмір (code bloat)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Generics vs Trait Objects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Generics (статичний dispatch)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process&lt;T: Agent&gt;(agent: &amp;T)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agent.tick();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✓ Zero-cost (monomorphization)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✓ Інлайн можливий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✓ Оптимізації компілятора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✗ Більший бінарний файл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✗ Тип відомий на компіляції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✗ Не гетерогенні колекції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11480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Trait Objects (динамічний dispatch)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process(agent: &amp;dyn Agent)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agent.tick();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64592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✓ Один екземпляр коду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✓ Гетерогенні колекції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✓ Тип в runtime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✗ Vtable lookup overhead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✗ Немає інлайну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✗ Object safety обмеження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Правило: generics за замовчуванням, dyn коли потрібна runtime гнучкість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Кілька параметрів типу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Два параметри типу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KeyValue&lt;K, V&gt;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key: 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V,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item: KeyValue&lt;String, i32&gt; = KeyValue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key: String::from("age"),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30,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Функція з кількома параметрами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combine&lt;A, B, C&gt;(a: A, b: B, f: impl Fn(A, B) -&gt; C) -&gt; 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f(a,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combine(5, 3, |a, b| a + b);  // 8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HashMap — класичний приклад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map: HashMap&lt;String, Vec&lt;i32&gt;&gt; = HashMap::new();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map.insert("numbers".to_string(), vec![1, 2, 3]);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 з двома параметрами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parse_config() -&gt; Result&lt;Config, ConfigError&gt;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Const Generics — параметри-константи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 generic — параметр-значення, а не тип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Rust 1.51+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Масив з параметризованим розміром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ArrayWrapper&lt;T, const N: usize&gt;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[T; N],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impl&lt;T: Default + Copy, const N: usize&gt; ArrayWrapper&lt;T, N&gt;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ArrayWrapper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data: [T::default(); N],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arr3: ArrayWrapper&lt;i32, 3&gt; = ArrayWrapper::new();  // [0, 0, 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arr5: ArrayWrapper&lt;i32, 5&gt; = ArrayWrapper::new();  // [0, 0, 0, 0, 0]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Практичний приклад: буфер фіксованого розміру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Buffer&lt;const SIZE: usize&gt;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[u8; SIZE],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len: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small_buffer: Buffer&lt;64&gt; = Buffer { data: [0; 64], len: 0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large_buffer: Buffer&lt;1024&gt; = Buffer { data: [0; 1024], len: 0 };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Generic контейнер для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Узагальнений реєстр сутностей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Registry&lt;T&gt;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items: HashMap&lt;u32, 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Registry&lt;T&gt;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Registry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items: HashMap::new(),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next_id: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register(&amp;mut self, item: T) -&gt; u32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id = self.next_id;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self.items.insert(id,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self.next_id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get(&amp;self, id: u32) -&gt; Option&lt;&amp;T&gt;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self.items.get(&amp;id)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remove(&amp;mut self, id: u32) -&gt; Option&lt;T&gt;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self.items.remove(&amp;id)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count(&amp;self) -&gt; usize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self.items.len()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 для різних типів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drones: Registry&lt;Drone&gt; = Registry::new();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targets: Registry&lt;Target&gt; = Registry::new();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Узагальнена черга команд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Generic черга з пріоритетами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PriorityQueue&lt;T&gt;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items: Vec&lt;(u8, T)&gt;,  // (priority, item)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PriorityQueue&lt;T&gt;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PriorityQueue { items: Vec::new()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push(&amp;mut self, priority: u8, item: 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self.items.push((priority, item));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Сортуємо за пріоритетом (вищий — перший)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self.items.sort_by(|a, b| b.0.cmp(&amp;a.0));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pop(&amp;mut self) -&gt; Option&lt;T&gt;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self.items.is_empty()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Some(self.items.remove(0).1)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is_empty(&amp;self)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self.items.is_empty()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команд, місій, повідомлень...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cmd_queue: PriorityQueue&lt;DroneCommand&gt; = PriorityQueue::new();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msg_queue: PriorityQueue&lt;Message&gt; = PriorityQueue::new();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Generic Result для операцій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Результат операції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AgentResult&lt;T, 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Success(T),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Failure(E),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Pending,      // Ще виконується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Cancelled,    // Скасовано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impl&lt;T, E&gt; AgentResult&lt;T, 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is_success(&amp;self)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matches!(self, AgentResult::Success(_))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unwrap(self) -&gt; 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AgentResult::Success(v) =&gt; v,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=&gt; panic!("Called unwrap on non-success"),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map&lt;U, F: FnOnce(T) -&gt; U&gt;(self, f: F) -&gt; AgentResult&lt;U, 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AgentResult::Success(v) =&gt; AgentResult::Success(f(v)),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AgentResult::Failure(e) =&gt; AgentResult::Failure(e),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AgentResult::Pending =&gt; AgentResult::Pending,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AgentResult::Cancelled =&gt; AgentResult::Cancelled,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MissionResult = AgentResult&lt;MissionReport, MissionError&gt;;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ScanResult = AgentResult&lt;Vec&lt;Target&gt;, SensorError&gt;;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Generic система подій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Узагальнена подія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Event&lt;T&gt;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timestamp: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source_id: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payload: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Event&lt;T&gt;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new(source_id: u32, payload: T)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timestamp: current_time(),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source_id,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payload,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Різні типи подій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PositionUpdate { x: f64, y: f64, altitude: f64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BatteryStatus { level: u8, charging: bool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TargetDetected { target_id: u32, confidence: f32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Типізовані події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PositionEvent = Event&lt;PositionUpdate&gt;;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BatteryEvent = Event&lt;BatteryStatus&gt;;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DetectionEvent = Event&lt;TargetDetected&gt;;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Обробник подій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handle_event&lt;T: Debug&gt;(event: Event&lt;T&gt;)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println!("[{}] Agent {}: {:?}", event.timestamp, event.source_id, event.payload);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PhantomData — маркер типу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std::marker::PhantomData;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Проблема: T не використовується в полях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Id&lt;T&gt;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❌ Error: T не використовується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Рішення: PhantomData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Id&lt;T&gt;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_marker: PhantomData&lt;T&gt;,  // "Фантомне" поле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Типобезпечні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Mission;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DroneId = Id&lt;Drone&gt;;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MissionId = Id&lt;Mission&gt;;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Id&lt;T&gt;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new(value: u64)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 { value, _marker: PhantomData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drone_id: DroneId = Id::new(42);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mission_id: MissionId = Id::new(42);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drone_id != mission_id — різні типи, хоча однакові значення!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PhantomData: типобезпечні одиниці виміру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std::marker::PhantomData;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Маркери одиниць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Meters;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Kilometers;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Feet;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Типобезпечна відстань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Distance&lt;Unit&gt;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_unit: PhantomData&lt;Unit&gt;,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impl&lt;Unit&gt; Distance&lt;Unit&gt;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new(value: f64)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Distance { value, _unit: PhantomData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Конвертація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Distance&lt;Meters&gt;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to_kilometers(self) -&gt; Distance&lt;Kilometers&gt;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Distance::new(self.value / 1000.0)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altitude: Distance&lt;Meters&gt; = Distance::new(1500.0);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altitude_km: Distance&lt;Kilometers&gt; = altitude.to_kilometers();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Компілятор не дасть змішати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wrong: Distance&lt;Feet&gt; = altitude_km;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Default для generic типів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Config&lt;T&gt;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enabled: bool,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retries: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 тільки коли T: 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impl&lt;T: Default&gt; Default for Config&lt;T&gt;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default()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value: T::default(),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enabled: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retries: 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Працює для типів з 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int_config: Config&lt;i32&gt; = Config::default();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Config { value: 0, enabled: true, retries: 3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string_config: Config&lt;String&gt; = Config::default();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Config { value: "", enabled: true, retries: 3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Частковий 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custom = 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100,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..Default::default()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Вкладені generics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Generics всередині generics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Response&lt;T&gt;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Option&lt;T&gt;,        // Option&lt;T&gt;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errors: Vec&lt;String&gt;,    // Vec&lt;String&gt;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 з generic типами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ApiResult&lt;T&gt; = Result&lt;Response&lt;T&gt;, ApiError&gt;;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HashMap з generic 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Cache&lt;K, V&gt;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store: HashMap&lt;K, Option&lt;V&gt;&gt;,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ttl: Duration,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Складні вкладення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MultiAgentSystem&lt;A, M&gt;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HashMap&lt;u32, A&gt;,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mailboxes: HashMap&lt;u32, Vec&lt;M&gt;&gt;,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pending: Vec&lt;(u32, M)&gt;,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mas: MultiAgentSystem&lt;Drone, DroneMessage&gt; = MultiAgentSystem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HashMap::new(),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mailboxes: HashMap::new(),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pending: Vec::new(),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Синтаксис generics — зведення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1031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Конструкція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Синтаксис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Приклад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Функція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name&lt;T&gt;(...)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id&lt;T&gt;(x: T) -&gt; 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Структура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struct Name&lt;T&gt; {...}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struct Point&lt;T&gt; { x: T }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Enum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enum Name&lt;T&gt; {...}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enum Option&lt;T&gt; { Some(T) }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Impl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impl&lt;T&gt; Name&lt;T&gt; {...}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impl&lt;T&gt; Point&lt;T&gt; { ... }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Trait bound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&lt;T: Trait&gt;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&lt;T: Clone + Debug&gt;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Const generic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&lt;const N: usize&gt;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struct Arr&lt;const N: usize&gt;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Turbofish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name::&lt;Type&gt;(...)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parse::&lt;i32&gt;()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Generics — параметризація типами: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&lt;T&gt; — параметр типу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Один код для багатьох типів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Zero-cost через monomorphization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Где використовувати: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Функції: fn name&lt;T&gt;(...)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Структури: struct Name&lt;T&gt; {...}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Enum: enum Name&lt;T&gt; {...}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Методи: impl&lt;T&gt; Name&lt;T&gt; {...}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Додатково: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Const generics для значень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PhantomData для маркерів типу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Turbofish для явного типу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Trait bounds, where клаузи, просунуті патерни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Generics Частина 1</dc:title>
  <dc:subject>PptxGenJS Presentation</dc:subject>
  <dc:creator>О.С. Бичков</dc:creator>
  <cp:lastModifiedBy>О.С. Бичков</cp:lastModifiedBy>
  <cp:revision>1</cp:revision>
  <dcterms:created xsi:type="dcterms:W3CDTF">2026-01-02T17:24:06Z</dcterms:created>
  <dcterms:modified xsi:type="dcterms:W3CDTF">2026-01-02T17:24:06Z</dcterms:modified>
</cp:coreProperties>
</file>