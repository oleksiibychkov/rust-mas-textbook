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22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Практикум: Система та інтеграція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Coordinator, EventBus, SwarmSystem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Повна система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CoordinatorMessage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CoordinatorActor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CoordinatorHandle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SwarmEvent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EventBus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TelemetryCollector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Mission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Mission assignment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SwarmSystem struct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System initialization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Full main()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Testing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Metrics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Error recovery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Demo scenario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Summary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CoordinatorMessage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src/coordinator/message.rs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tokio::sync::oneshot;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crate::types::*;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CoordinatorMessage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Drone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RegisterDrone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handle: DroneHandle,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reply: oneshot::Sender&lt;Result&lt;(), CoordinatorError&gt;&gt;,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UnregisterDrone { id: DroneId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Reports from drones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DroneStatusUpdate { id: DroneId, status: DroneStatus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TargetDetected { drone_id: DroneId, target: Target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Missions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CreateMission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mission: Mission,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reply: oneshot::Sender&lt;Result&lt;MissionId, CoordinatorError&gt;&gt;,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CancelMission { id: MissionId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Queries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GetAllDrones { reply: oneshot::Sender&lt;Vec&lt;DroneStatus&gt;&gt;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GetStats { reply: oneshot::Sender&lt;SwarmStats&gt;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Internal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HealthCheck,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Lifecycle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CoordinatorActor struct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src/coordinator/actor.rs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std::time::Instant;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CoordinatorActor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drones: HashMap&lt;DroneId, DroneEntry&gt;,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missions: HashMap&lt;MissionId, MissionEntry&gt;,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pending_missions: Vec&lt;Mission&gt;,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event_bus: Option&lt;EventBusHandle&gt;,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stats: SwarmStats,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DroneEntry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handle: DroneHandle,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Option&lt;DroneStatus&gt;,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last_update: Instant,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current_mission: Option&lt;MissionId&gt;,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MissionEntry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mission: Mission,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assigned_drone: Option&lt;DroneId&gt;,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MissionStatus,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created_at: Instant,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#[derive(Default,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SwarmStats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total_drones: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active_drones: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active_missions: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completed_missions: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targets_detected: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CoordinatorActor impl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#[async_trait]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Actor for CoordinatorActor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Message = CoordinatorMessage;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on_start(&amp;mut self, 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tracing::info!("Coordinator starting");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ctx.schedule_repeat(Duration::from_secs(5), || CoordinatorMessage::HealthCheck);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handle(&amp;mut self, msg: CoordinatorMessage, 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CoordinatorMessage::RegisterDrone { id, handle, reply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result = self.register_drone(id, handle).await;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reply.send(result);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CoordinatorMessage::DroneStatusUpdate { id, status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self.update_drone_status(id, status);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CoordinatorMessage::TargetDetected { drone_id, target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self.handle_target(drone_id, target).await;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CoordinatorMessage::CreateMission { mission, reply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result = self.create_mission(mission).await;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reply.send(result);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CoordinatorMessage::GetAllDrones { reply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reply.send(self.get_all_statuses());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CoordinatorMessage::HealthCheck =&gt; self.check_drone_health(),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CoordinatorMessage::Shutdown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self.shutdown_all().await;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ctx.stop();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Coordinator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register_drone(&amp;mut self, id: DroneId, handle: DroneHandle) -&gt; Result&lt;(), CoordinatorError&gt;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self.drones.contains_key(&amp;id)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Err(CoordinatorError::DroneAlreadyRegistered(id));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self.drones.insert(id, DroneEntry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handle, status: None, last_update: Instant::now(), current_mission: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self.stats.total_drones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self.publish_event(SwarmEvent::DroneRegistered(id)).await;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tracing::info!(drone = %id, "Drone registered");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update_drone_status(&amp;mut self, id: DroneId, status: DroneStatus)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Some(entry) = self.drones.get_mut(&amp;id)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entry.status = Some(status);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entry.last_update = Instant::now();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handle_target(&amp;mut self, drone_id: DroneId, target: Target)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self.stats.targets_detected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tracing::warn!(drone = %drone_id, target = ?target.id, "Target detected");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self.publish_event(SwarmEvent::TargetDetected { drone_id, target: target.clone() }).await;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target.threat_level &gt;= ThreatLevel::High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self.assign_support(drone_id, target.position).await;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publish_event(&amp;self, event: SwarmEvent)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Some(bus) = &amp;self.event_bus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bus.publish(event);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Mission assignment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create_mission(&amp;mut self, mission: Mission) -&gt; Result&lt;MissionId, CoordinatorError&gt;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id = mission.id;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drone_id = self.find_best_drone(&amp;mission)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.ok_or(CoordinatorError::NoDroneAvailable)?;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self.missions.insert(id, MissionEntry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mission: mission.clone(),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assigned_drone: Some(drone_id),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status: MissionStatus::Assigned,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created_at: 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Some(entry) = self.drones.get_mut(&amp;drone_id)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entry.current_mission = Some(id);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entry.handle.start_patrol(mission.area.clone()).await?;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self.stats.active_missions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self.publish_event(SwarmEvent::MissionAssigned { mission_id: id, drone_id }).await;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tracing::info!(mission = ?id, drone = %drone_id, "Mission assigned");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find_best_drone(&amp;self, mission: &amp;Mission) -&gt; Option&lt;DroneId&gt;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.filter(|(_, e)| e.current_mission.is_none())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.filter(|(_, e)| e.status.as_ref().map(|s| s.battery &gt; 30).unwrap_or(false))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.min_by_key(|(_, e)|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e.status.as_ref()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.map(|s| s.position.distance_to(&amp;mission.area.center()) as i64)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.unwrap_or(i64::MAX)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.map(|(id, _)| *id)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CoordinatorHandle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CoordinatorHandle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actor_ref: ActorRef&lt;CoordinatorMessage&gt;,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spawn(event_bus: Option&lt;EventBusHandle&gt;)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actor = CoordinatorActor::new(event_bus);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actor_ref = spawn_actor(actor, 1000);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CoordinatorHandle { actor_ref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actor_ref(&amp;self) -&gt; ActorRef&lt;CoordinatorMessage&gt;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self.actor_ref.clone()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register_drone(&amp;self, id: DroneId, handle: DroneHandle) -&gt; Result&lt;(), CoordinatorError&gt;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self.actor_ref.ask(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|reply| CoordinatorMessage::RegisterDrone { id, handle, reply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Duration::from_secs(5)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).await?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report_status(&amp;self, id: DroneId, status: DroneStatus)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self.actor_ref.send(CoordinatorMessage::DroneStatusUpdate { id, status }).await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report_target(&amp;self, drone_id: DroneId, target: Target)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self.actor_ref.send(CoordinatorMessage::TargetDetected { drone_id, target }).await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create_mission(&amp;self, mission: Mission) -&gt; Result&lt;MissionId, CoordinatorError&gt;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self.actor_ref.ask(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|reply| CoordinatorMessage::CreateMission { mission, reply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Duration::from_secs(10)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).await?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shutdown(&amp;self)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self.actor_ref.send(CoordinatorMessage::Shutdown).await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SwarmEvent types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src/system/events.rs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SwarmEvent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Drone 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DroneRegistered(DroneId),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DroneUnregistered(DroneId),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DroneOffline(DroneId),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Mission 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MissionCreated(MissionId),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MissionAssigned { mission_id: MissionId, drone_id: DroneId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MissionCompleted { mission_id: MissionId, drone_id: DroneId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MissionFailed { mission_id: MissionId, reason: String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Detection 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TargetDetected { drone_id: DroneId, target: Target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TargetLost { target_id: TargetId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System 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AlertLevel(AlertLevel),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SystemShutdown,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PartialEq, Eq, PartialOrd, Ord)]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AlertLevel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Normal,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Elevated,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High,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Critical,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EventBus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tokio::sync::broadcast;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EventBus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sender: broadcast::Sender&lt;SwarmEvent&gt;,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EventBus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new(capacity: usize)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(sender, _) = broadcast::channel(capacity);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EventBus { sender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publish(&amp;self, event: SwarmEvent)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_ = self.sender.send(event);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subscribe(&amp;self) -&gt; broadcast::Receiver&lt;SwarmEvent&gt;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self.sender.subscribe()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handle(&amp;self) -&gt; EventBusHandle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EventBusHandle { sender: self.sender.clone()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EventBusHandle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sender: broadcast::Sender&lt;SwarmEvent&gt;,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EventBusHandle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publish(&amp;self, event: SwarmEvent)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_ = self.sender.send(event);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subscribe(&amp;self) -&gt; broadcast::Receiver&lt;SwarmEvent&gt;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self.sender.subscribe()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TelemetryCollector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futures::stream::{Stream, StreamExt};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tokio_stream::wrappers::ReceiverStream;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TelemetryCollector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receiver: mpsc::Receiver&lt;DroneTelemetry&gt;,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TelemetryCollector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new() -&gt; (Self, TelemetrySender)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mpsc::channel(10000);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(TelemetryCollector { receiver: rx }, TelemetrySender { sender: tx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stream(self) -&gt; impl Stream&lt;Item = DroneTelemetry&gt;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ReceiverStream::new(self.receiver)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aggregated(self, window: Duration) -&gt; impl Stream&lt;Item = AggregatedTelemetry&gt;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 tokio_stream::StreamExt as _;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self.stream()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.chunks_timeout(100, window)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.map(|chunk| AggregatedTelemetry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timestamp: 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drone_count: chunk.iter().map(|t| t.id).collect::&lt;std::collections::HashSet&lt;_&gt;&gt;().len(),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avg_battery: chunk.iter().map(|t| t.battery as f64).sum::&lt;f64&gt;() / chunk.len().max(1) as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TelemetrySender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sender: mpsc::Sender&lt;DroneTelemetry&gt;,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TelemetrySender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send(&amp;self, t: DroneTelemetry)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_ = self.sender.send(t).await;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SwarmSystem struct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SwarmSystem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 SwarmConfig,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coordinator: CoordinatorHandle,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event_bus: EventBus,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telemetry_sender: TelemetrySender,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drones: HashMap&lt;DroneId, DroneHandle&gt;,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shutdown_token: CancellationToken,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new(config: SwarmConfig)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event_bus = EventBus::new(1000);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coordinator = CoordinatorHandle::spawn(Some(event_bus.handle()));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(collector, telemetry_sender) = TelemetryCollector::new();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Start telemetry aggregation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use futures::StreamExt;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mut stream = collector.aggregated(Duration::from_secs(1));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let Some(agg) = stream.next().await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tracing::debug!(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drones = agg.drone_count,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battery = format!("{:.1}", agg.avg_battery),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"Telemetry"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config, coordinator, event_bus, telemetry_sender,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drones: HashMap::new(),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shutdown_token: CancellationToken::new(),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SwarmSystem spawn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spawn_drone(&amp;mut self, base: Position) -&gt; Result&lt;DroneId, SwarmError&gt;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id = DroneId::new();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drone = DroneHandle::spawn(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self.config.drone_config.clone(),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Some(self.coordinator.clone()),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self.coordinator.register_drone(id, drone.clone()).await?;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self.drones.insert(id, drone);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tracing::info!(drone = %id, "Drone spawned");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spawn_fleet(&amp;mut self, count: usize) -&gt; Result&lt;Vec&lt;DroneId&gt;, SwarmError&gt;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ids = Vec::with_capacity(count);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0..count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base = Position::new(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(i % 10) as f64 * 50.0,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(i / 10) as f64 * 50.0,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ids.push(self.spawn_drone(base).await?);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tracing::info!(count = ids.len(), "Fleet spawned");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Ok(ids)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subscribe_events(&amp;self) -&gt; broadcast::Receiver&lt;SwarmEvent&gt;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self.event_bus.subscribe()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create_mission(&amp;self, area: Area) -&gt; Result&lt;MissionId, SwarmError&gt;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mission = Mission::new_patrol(area);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self.coordinator.create_mission(mission).await.map_err(SwarmError::from)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SwarmSystem shutdown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shutdown(&amp;mut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tracing::info!("Initiating swarm shutdown");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self.shutdown_token.cancel();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Err(e) = self.coordinator.shutdown().await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tracing::error!(error = ?e, "Coordinator shutdown error");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tokio::time::sleep(Duration::from_secs(3)).await;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tracing::info!("Swarm shutdown complete");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wait_for_shutdown(&amp;mut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 tokio::signal::ctrl_c()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tracing::info!("Received Ctrl+C");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 self.shutdown_token.cancelled()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tracing::info!("Shutdown token triggered");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self.shutdown().await;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drone_count(&amp;self) -&gt; usize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self.drones.len()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get_drone(&amp;self, id: DroneId) -&gt; Option&lt;&amp;DroneHandle&gt;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self.drones.get(&amp;id)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main.rs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-&gt; Result&lt;(), Box&lt;dyn std::error::Error&gt;&gt;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tracing_subscriber::fmt()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.with_env_filter("info,async_swarm=debug")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.init();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tracing::info!("Starting Async Swarm v4.0");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config = SwarmConfig { drone_count: 20, ..Default::default()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swarm = SwarmSystem::new(config).await;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Event handler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events = swarm.subscribe_events();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let Ok(event) = events.recv().await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match &amp;event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SwarmEvent::TargetDetected { drone_id, target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tracing::warn!(drone = %drone_id, "TARGET: {:?}", 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SwarmEvent::MissionAssigned { mission_id, drone_id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tracing::info!(mission = ?mission_id, drone = %drone_id, "Assigned");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swarm.spawn_fleet(20).await?;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area = Area::new(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Position::new(0.0, 0.0, 50.0),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Position::new(500.0, 500.0, 100.0)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swarm.create_mission(area).await?;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swarm.wait_for_shutdown().await;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Testing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test_spawn_fleet()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config = SwarmConfig { drone_count: 5, ..Default::default()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swarm = SwarmSystem::new(config).await;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ids = swarm.spawn_fleet(5).await.unwrap();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assert_eq!(ids.len(), 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assert_eq!(swarm.drone_count(), 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test_mission_assignment()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swarm = SwarmSystem::new(SwarmConfig::default()).await;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swarm.spawn_fleet(3).await.unwrap();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tokio::time::sleep(Duration::from_millis(500)).await;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mission_id = swarm.create_mission(Area::default()).await.unwrap();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assert!(mission_id.0 != uuid::Uuid::nil());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test_graceful_shutdown()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swarm = SwarmSystem::new(SwarmConfig::default()).await;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swarm.spawn_fleet(5).await.unwrap();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swarm.shutdown().await;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drone in swarm.drones.values()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assert!(drone.get_status().await.is_err());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Metrics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std::sync::atomic::{AtomicU64, Ordering};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SwarmMetrics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messages_sent: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messages_received: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targets_detected: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missions_completed: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SwarmMetrics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SwarmMetrics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messages_sent: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messages_received: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targets_detected: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missions_completed: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inc_sent(&amp;self)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self.messages_sent.fetch_add(1, Ordering::Relaxed);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report(&amp;self)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format!(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"sent={} recv={} targets={} missions={}",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self.messages_sent.load(Ordering::Relaxed),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self.messages_received.load(Ordering::Relaxed),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self.targets_detected.load(Ordering::Relaxed),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self.missions_completed.load(Ordering::Relaxed),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METRICS: std::sync::OnceLock&lt;SwarmMetrics&gt; = std::sync::OnceLock::new();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metrics() -&gt; &amp;'static SwarmMetrics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METRICS.get_or_init(SwarmMetrics::new)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Error Recovery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handle_error(&amp;mut self, error: DroneError, 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DroneError::CommunicationLost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tracing::warn!(drone = %self.id, "Communication lost");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DroneState::Returning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base: self.base_position,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reason: ReturnReason::Emergency,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DroneError::SensorFailure(sensor)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tracing::error!(drone = %self.id, ?sensor, "Sensor failure");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sensor == SensorType::GPS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self.handle_emergency("GPS failure".into());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DroneError::LowBattery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Handled in tick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check_drone_health(&amp;mut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timeout = Duration::from_secs(30);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now = Instant::now();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(id, entry) in &amp;mut self.drones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now.duration_since(entry.last_update) &gt; timeout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tracing::warn!(drone = %id, "Drone timeout");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let Some(mission_id) = entry.current_mission.take()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self.pending_missions.push(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self.missions[&amp;mission_id].mission.clone()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Demo output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$ cargo run --release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2025-01-15 10:30:00 INFO  Starting Async Swarm v4.0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2025-01-15 10:30:00 INFO  Coordinator starting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2025-01-15 10:30:00 INFO  drone=Drone-0 Drone spawned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... (20 drones)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2025-01-15 10:30:01 INFO  count=20 Fleet spawned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2025-01-15 10:30:01 INFO  mission=abc drone=Drone-5 Assigned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2025-01-15 10:30:05 WARN  drone=Drone-5 TARGET: Medium threat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2025-01-15 10:30:10 DEBUG drones=20 battery=95.3 Telemetry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^C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2025-01-15 10:35:00 INFO  Received Ctrl+C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2025-01-15 10:35:00 INFO  Initiating swarm shutdown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2025-01-15 10:35:03 INFO  Swarm shutdown complete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Benchmarks (100 drones, 10 min):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Message throughput: ~50,000 msg/sec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Send latency: &lt; 1ms p99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Ask latency: &lt; 5ms p99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Memory: ~50 MB 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CPU: ~10% single core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Scaling: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100 drones: smooth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1000 drones: slight latency increase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10000 drones: needs sharding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Bottlenecks: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Coordinator hotspot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EventBus with many subscribers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High-frequency telemetry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Solution: partition by area, multiple coordinators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Best Practices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Architecture: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Actor per drone (isolation)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Coordinator for central control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EventBus for loose coupling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Streams for telemetry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Communication: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Bounded channels (backpressure)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Timeout on all requests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Fire-and-forget for updates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Reliability: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Graceful shutdown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Error recovery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Health checks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Observability: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Structured logging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Metrics collection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Event streaming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Created production-ready system: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Actor framework on Tokio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Actor, ActorRef, ActorContext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spawn_actor, schedule_repeat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DroneActor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State machine, tick updates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Battery, movement, scanning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CoordinatorActor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Drone registry, mission assignment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Target handling, health checks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SwarmSystem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EventBus (broadcast)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Telemetry (streams)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Graceful shutdown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~1500 lines of async Rust!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Extensions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Basic: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Add persistence (save/restore state)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Formation flying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Collision avoidance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Weather simulation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Advanced: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Multiple coordinators (sharding)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Network communication (TCP/UDP)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WebSocket dashboard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Machine learning integration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Production: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Kubernetes deployment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Prometheus metrics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Distributed tracing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Chaos testing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Homework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377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Basic (2 hours):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Add battery charging stations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Drones auto-recharge when low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Medium (4 hours):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Implement formation patterns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Line, circle, grid formations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Advanced (8 hours):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Add WebSocket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Real-time dashboard showing: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- Drone positions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- Mission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- Detected targets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Challenge (16 hours):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Multi-coordinator setup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Partition drones by area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Coordinator failover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Async Swarm v4.0 Complete!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Actors • Channels • Streams • Events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 Swarm Part 2</dc:title>
  <dc:subject>PptxGenJS Presentation</dc:subject>
  <dc:creator>PptxGenJS</dc:creator>
  <cp:lastModifiedBy>PptxGenJS</cp:lastModifiedBy>
  <cp:revision>1</cp:revision>
  <dcterms:created xsi:type="dcterms:W3CDTF">2026-01-02T19:58:40Z</dcterms:created>
  <dcterms:modified xsi:type="dcterms:W3CDTF">2026-01-02T19:58:40Z</dcterms:modified>
</cp:coreProperties>
</file>