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14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E422B"/>
                </a:solidFill>
              </a:rPr>
              <a:t>Channels: Message Passing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Комунікація через передачу повідомлень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mpsc • Sender • Receiver • sync_channel • crossbeam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Приклади: комунікація агентів, координатор рою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1: std::sync::mpsc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 лекції (Частина 1)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Message Passing — філософія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Shared State vs Message Passing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mpsc — Multi-Producer Single-Consumer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channel() — створення каналу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Sender&lt;T&gt; — відправник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Receiver&lt;T&gt; — отримувач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Ownership через канали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send() та SendError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29768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941832"/>
            <a:ext cx="41148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recv() та RecvError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try_recv() — неблокуючий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recv_timeout()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Ітерація по каналу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13. Multiple producers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14. 🤖 Агент → Координатор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15. 🤖 Broadcast повідомлень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16. Типові помилки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067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</a:rPr>
              <a:t>Частина 2: sync_channel, crossbeam, патерни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Message Passing — філософія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"Do not communicate by sharing memory;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instead, share memory by communicating."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— Go Proverb (актуально і для Rust!)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Ідея: замість спільного стану з locks,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потоки обмінюються повідомленнями через канали.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931920" cy="1371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E422B"/>
                </a:solidFill>
              </a:rPr>
              <a:t>Shared State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Потік A 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├─→ [Data + Lock]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Потік B ──┘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Обидва мають доступ до даних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Потрібна синхронізація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965960"/>
            <a:ext cx="4114800" cy="1371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0116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Message Passing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22860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Потік A ─[msg]─→ Channel ─→ Потік B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Дані передаються через канал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Ownership переходить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Shared State vs Message Passing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21945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Аспект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Shared State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Message Passing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Модель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Спільна пам'ять + locks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Канали + ownership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Data races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Можливі (runtime)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Неможливі (compile)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Deadlocks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Можливі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Можливі*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Складність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Locks, guards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Протоколи, буфери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Performance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Низький overhead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Копіювання даних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Масштабування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Складне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Добре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Тестування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Складне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Простіше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154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* Deadlock можливий: A чекає msg від B, B чекає msg від 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mpsc — Multi-Producer Single-Consumer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std::sync::mpsc — стандартні канали Rust: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Multi-Producer — багато Sender (clone)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Single-Consumer — один Receiver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Дані передаються через ownership — після send() відправник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більше не володіє даними.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8745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std::sync::mpsc;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      Sender&lt;T&gt;    Receiver&lt;T&gt;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rx) = mpsc::channel::&lt;String&gt;();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tx — можна клонувати (multi-producer)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tx2 = tx.clone();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rx — не можна клонувати (single-consumer)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let rx2 = rx.clone();  // ❌ Error: Receiver doesn't impl Clone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Типова схема: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Producer 1 ──tx.clone()──┐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                  ├──→ [Channel] ──→ rx ──→ Consumer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Producer 2 ──tx.clone()──┘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channel() — створення каналу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std::sync::mpsc;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channel() створює unbounded асинхронний канал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Тип виводиться з використання, або вказується явно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(tx, rx) = mpsc::channel::&lt;i32&gt;();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Відправник у новому потоці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tx.send(42).unwrap();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println!("Sent!");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Отримувач у головному потоці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value = rx.recv().unwrap();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println!("Received: {}", value);  // 42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Unbounded = необмежений буфер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send() ніколи не блокує (поки є пам'ять)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recv() блокує поки є повідомлення або канал закритий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Sender&lt;T&gt; — відправник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std::sync::mpsc::Sender;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Sender&lt;T&gt; — половина каналу для відправки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impl Clone — можна мати багато відправників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impl Send — можна передати в інший потік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rx) = mpsc::channel::&lt;String&gt;();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send() — відправити повідомлення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Ownership переходить у канал!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message = String::from("hello");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tx.send(message).unwrap();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println!("{}", message);  // ❌ Error: value moved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send() повертає Result&lt;(), SendError&lt;T&gt;&gt;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 якщо Receiver dropped (канал закритий)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tx.send(String::from("world"))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Ok(()) =&gt; println!("Sent successfully"),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Err(e) =&gt; println!("Failed: receiver dropped. Message: {}", e.0),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Clone для multiple producers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tx2 = tx.clone();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tx3 = Sender::clone(&amp;tx);  // Explicit style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Receiver&lt;T&gt; — отримувач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std::sync::mpsc::Receiver;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Receiver&lt;T&gt; — половина каналу для отримання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НЕ Clone — тільки один отримувач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impl Send — можна передати в інший потік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rx) = mpsc::channel::&lt;i32&gt;();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Методи Receiver: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recv() — блокує до отримання або закриття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value = rx.recv().unwrap();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try_recv() — не блокує, повертає одразу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rx.try_recv()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Ok(v) =&gt; println!("Got: {}", v),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Err(mpsc::TryRecvError::Empty) =&gt; println!("No message"),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Err(mpsc::TryRecvError::Disconnected) =&gt; println!("Closed"),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recv_timeout() — блокує з timeout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std::time::Duration;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rx.recv_timeout(Duration::from_secs(1))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Ok(v) =&gt; println!("Got: {}", v),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Err(mpsc::RecvTimeoutError::Timeout) =&gt; println!("Timeout!"),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Err(mpsc::RecvTimeoutError::Disconnected) =&gt; println!("Closed"),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Ownership через канали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std::sync::mpsc;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(tx, rx) = mpsc::channel();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data = vec![1, 2, 3, 4, 5];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Ownership переходить у канал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tx.send(data).unwrap();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data більше не доступна тут!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println!("{:?}", data);  // ❌ Error: borrow of moved value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Ownership переходить до отримувача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received = rx.recv().unwrap();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println!("Received: {:?}", received);  // [1, 2, 3, 4, 5]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received тепер належить головному потоку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Це гарантує відсутність data races!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Після send() тільки receiver має доступ до даних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send() та SendError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std::sync::mpsc::{self, SendError};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rx) = mpsc::channel::&lt;String&gt;();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Drop receiver — закриваємо канал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drop(rx);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Тепер send() поверне помилку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 = tx.send(String::from("hello"));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result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Ok(()) =&gt; println!("Sent!"),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Err(SendError(msg))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SendError містить повідомлення, що не вдалось надіслати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Можемо його відновити!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println!("Failed to send: {}", msg);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SendError&lt;T&gt; — обгортка над 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impl Debug, Display, Error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Метод into_inner() — отримати T назад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let Err(e) = tx.send(String::from("hello"))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recovered: String = e.into_inner();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println!("Recovered message: {}", recovered);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recv() та RecvError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std::sync::mpsc::{self, RecvError};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rx) = mpsc::channel::&lt;i32&gt;();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Надсилаємо одне повідомлення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tx.send(42).unwrap();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Drop sender — закриваємо канал з боку відправника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drop(tx);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Перший recv() успішний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rx.recv().unwrap());  // 42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Другий recv() — помилка, канал порожній і закритий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rx.recv()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Ok(v) =&gt; println!("Got: {}", v),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Err(RecvError) =&gt; println!("Channel closed, no more messages"),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RecvError — unit struct, не містить даних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Означає: канал закритий і порожній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Важливо розрізняти: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Канал порожній, але sender живий → recv() блокує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Канал закритий (sender dropped) → recv() = Err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try_recv() — неблокуючий прийом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std::sync::mpsc::{self, TryRecvError};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std::time::Duration;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rx) = mpsc::channel();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thread::sleep(Duration::from_millis(500));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tx.send(42).unwrap();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Polling loop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 rx.try_recv()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Ok(value)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println!("Received: {}", value);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Err(TryRecvError::Empty)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Канал порожній, але відкритий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println!("No message yet, doing other work...");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thread::sleep(Duration::from_millis(100));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Err(TryRecvError::Disconnected)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Канал закритий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println!("Channel closed");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recv_timeout() — блокування з timeout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std::sync::mpsc::{self, RecvTimeoutError};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std::time::Duration;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rx) = mpsc::channel::&lt;String&gt;();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recv_timeout — чекаємо повідомлення з обмеженням часу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timeout = Duration::from_secs(2);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rx.recv_timeout(timeout)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Ok(msg) =&gt; println!("Received: {}", msg),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Err(RecvTimeoutError::Timeout)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println!("No message received within {} seconds", timeout.as_secs());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Err(RecvTimeoutError::Disconnected)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println!("Channel closed before receiving message");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recv_deadline — абсолютний час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std::time::Instant;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deadline = Instant::now() + Duration::from_secs(5);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rx.recv_deadline(deadline)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Ok(msg) =&gt; println!("Got: {}", msg),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Err(e) =&gt; println!("Error: {:?}", 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Ітерація по каналу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std::sync::mpsc;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rx) = mpsc::channel();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1..=5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tx.send(i).unwrap();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thread::sleep(std::time::Duration::from_millis(100));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tx dropped тут — канал закривається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Receiver реалізує IntoIterator!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Ітерація продовжується поки канал відкритий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value in rx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println!("Received: {}", value);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println!("Channel closed, iteration complete");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Еквівалент: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while let Ok(value) = rx.recv()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println!("Received: {}", value);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Або explicit iterator: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 value in rx.iter() { ...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rx.try_iter() — non-blocking iterator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try_iter() — неблокуючий ітератор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std::sync::mpsc;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rx) = mpsc::channel();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Надсилаємо кілька повідомлень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tx.send(1).unwrap();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tx.send(2).unwrap();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tx.send(3).unwrap();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try_iter() — повертає всі доступні зараз повідомлення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Не блокує, завершується коли буфер порожній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messages: Vec&lt;i32&gt; = rx.try_iter().collect();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println!("{:?}", messages);  // [1, 2, 3]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Корисно для batch processing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Обробляємо всі накопичені повідомлення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msg in rx.try_iter()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process(msg);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Робимо іншу роботу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do_other_work();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thread::sleep(Duration::from_millis(100));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Multiple Producers — клонування Sender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std::sync::mpsc;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rx) = mpsc::channel();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Створюємо кілька producers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handles = vec![];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id in 0..3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tx_clone = tx.clone();  // Clone для кожного producer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handles.push(thread::spawn(move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i in 0..3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msg = format!("Producer {} message {}", id, i);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tx_clone.send(msg).unwrap();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tx_clone dropped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ВАЖЛИВО: Drop оригінальний tx!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drop(tx);  // Інакше канал ніколи не закриється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Consumer отримує всі повідомлення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msg in rx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msg);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h in handles { h.join().unwrap();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Вивід: 9 повідомлень у недетермінованому порядку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Важливість drop(tx)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std::sync::mpsc;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rx) = mpsc::channel();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tx2 = tx.clone();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tx2.send("from thread").unwrap();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ПОМИЛКА: Забули drop(tx)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Оригінальний tx все ще живий!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msg in rx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msg);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Виведе "from thread"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Потім ЗАВИСНЕ! rx.recv() чекає вічно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бо tx все ще існує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✓ ПРАВИЛЬНО: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drop(tx);  // Закриваємо оригінальний sender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msg in rx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msg);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Тепер ітерація завершиться коли всі tx dropped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Правило: drop() всі Sender коли завершили надсилання!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Агент → Координатор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std::sync::mpsc::{self, Sender};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AgentMessage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Position { id: u32, x: f64, y: f64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TargetFound { id: u32, target: TargetInfo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LowBattery { id: u32, level: u8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RequestHelp { id: u32, reason: String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u32,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to_coordinator: Sender&lt;AgentMessage&gt;,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report_position(&amp;self, x: f64, y: f64)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self.to_coordinator.send(AgentMessage::Position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id: self.id, x, 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report_target(&amp;self, target: TargetInfo)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self.to_coordinator.send(AgentMessage::TargetFound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id: self.id, target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Coordinator отримує всі повідомлення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coordinator(rx: mpsc::Receiver&lt;AgentMessage&gt;)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msg in rx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msg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AgentMessage::Position { id, x, y } =&gt; { /* update map */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AgentMessage::TargetFound { id, target } =&gt; { /* assign agents */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Broadcast повідомлень (ручний)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std::sync::mpsc::{self, Sender, Receiver};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Менеджер broadcast — тримає список отримувачів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Broadcaster&lt;T: Clone&gt;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subscribers: Vec&lt;Sender&lt;T&gt;&gt;,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impl&lt;T: Clone&gt; Broadcaster&lt;T&gt;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Broadcaster { subscribers: Vec::new()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Додати підписника, повертає Receiver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subscribe(&amp;mut self) -&gt; Receiver&lt;T&gt;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(tx, rx) = mpsc::channel();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self.subscribers.push(tx);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Надіслати всім підписникам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broadcast(&amp;mut self, message: 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Видаляємо disconnected subscribers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self.subscribers.retain(|tx|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tx.send(message.clone()).is_ok()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Використання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broadcaster = Broadcaster::new();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rx1 = broadcaster.subscribe();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rx2 = broadcaster.subscribe();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broadcaster.broadcast("Hello everyone!".to_string());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Двонаправлена комунікація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std::sync::mpsc::{self, Sender, Receiver};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Канали для двонаправленої комунікації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AgentChannels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to_coordinator: Sender&lt;AgentMessage&gt;,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from_coordinator: Receiver&lt;Command&gt;,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CoordinatorChannels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from_agents: Receiver&lt;AgentMessage&gt;,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to_agents: Vec&lt;Sender&lt;Command&gt;&gt;,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create_agent_connection() -&gt; (AgentChannels, Sender&lt;Command&gt;, Receiver&lt;AgentMessage&gt;)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(agent_tx, coord_rx) = mpsc::channel();  // Agent → Coordinator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(coord_tx, agent_rx) = mpsc::channel();  // Coordinator → Agent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agent_channels = AgentChannels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to_coordinator: agent_tx,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from_coordinator: agent_rx,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(agent_channels, coord_tx, coord_rx)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Агент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run(&amp;self)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Перевіряємо команди від координатора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let Ok(cmd) = self.channels.from_coordinator.try_recv()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self.execute(cmd);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Надсилаємо оновлення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self.report_status();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Типові помилки з channels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18872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Забули drop(tx)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rx) = channel();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tx2 = tx.clone();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tx2 в потоці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msg in rx { } // Зависне!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4114800" cy="11887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✓ Drop всі tx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709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rx) = channel();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tx2 = tx.clone();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drop(tx); // ← Важливо!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msg in rx { } // OK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3931920" cy="109728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945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unwrap на закритому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548640"/>
            <a:ext cx="8229600" cy="24688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9436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drop(rx);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tx.send(42).unwrap(); // Panic!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148840"/>
            <a:ext cx="4114800" cy="10972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94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✓ Перевіряйте Result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8229600" cy="24688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0916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tx.send(42).is_err()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println!("Receiver gone");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Ще типові помилки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23444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Deadlock з каналами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Thread A: rx_a.recv() чекає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Thread B: rx_b.recv() чекає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Обидва чекають один на одного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4114800" cy="12344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✓ try_recv або timeout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709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Використовуйте try_recv()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або recv_timeout()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для уникнення deadlock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3931920" cy="109728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2402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Unbounded buffer overflow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548640"/>
            <a:ext cx="8229600" cy="25146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94360"/>
            <a:ext cx="804672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Producer швидший за consumer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Буфер росте необмежено → OOM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194560"/>
            <a:ext cx="4114800" cy="10972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2402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✓ sync_channel з буфером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8229600" cy="25146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09160"/>
            <a:ext cx="804672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rx) = sync_channel(100);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Backpressure!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Підсумок: Частина 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23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Message Passing — альтернатива shared state: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Ownership передається через канали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Компілятор гарантує відсутність data races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std::sync::mpsc: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channel() — unbounded async канал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Sender&lt;T&gt; — Clone, можна багато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Receiver&lt;T&gt; — не Clone, тільки один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Методи: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send() / recv() — блокуючі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try_recv() — non-blocking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recv_timeout() — з timeout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for msg in rx — ітерація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⚠️ Не забувайте drop(tx) для закриття каналу!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→ Частина 2: sync_channel, crossbeam, патерни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Channels Частина 1</dc:title>
  <dc:subject>PptxGenJS Presentation</dc:subject>
  <dc:creator>О.С. Бичков</dc:creator>
  <cp:lastModifiedBy>О.С. Бичков</cp:lastModifiedBy>
  <cp:revision>1</cp:revision>
  <dcterms:created xsi:type="dcterms:W3CDTF">2026-01-02T18:33:07Z</dcterms:created>
  <dcterms:modified xsi:type="dcterms:W3CDTF">2026-01-02T18:33:07Z</dcterms:modified>
</cp:coreProperties>
</file>