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17 (продовження)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Tokio: Channels, Sync, Time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Async примітиви синхронізації та утиліти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</a:rPr>
              <a:t>mpsc • broadcast • watch • oneshot • Mutex • RwLock • Semaphore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Комунікація та координація асинхронного рою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2: Sync та Time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tokio::sync — огляд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mpsc — Multi-producer Single-consumer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mpsc bounded vs unbounded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broadcast — Multi-producer Multi-consumer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watch — Single value broadcast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oneshot — One-time channel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tokio::sync::Mutex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tokio::sync::RwLock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Semaphore — обмеження concurrency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Notify — async notification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Barrier — sync point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tokio::time — таймери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Комунікація в рої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🤖 Rate limiting агентів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🤖 Повний async рій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16. Підсумок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tokio::sync — async синхронізація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37744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Примітив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Опис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Producers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Consumers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mpsc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Канал повідомлень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Multi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Single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broadcast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Broadcast канал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Multi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Multi (clone)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watch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Single value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Single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Multi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oneshot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One-time channel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Single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Single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Mutex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Async mutex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RwLock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Async read-write lock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Semaphore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Permit-based sync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Notify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Async notification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Barrier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Sync point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337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Всі примітиви async-first: .await замість blocking!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tokio::sync::mpsc — async канал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tokio::sync::mpsc;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Bounded channel — з backpressure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(tx, mut rx) = mpsc::channel::&lt;String&gt;(100);  // buffer 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Sender можна клонувати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tx2 = tx.clone();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tokio::spawn(async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tx.send("Hello".to_string()).await.unwrap();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tokio::spawn(async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tx2.send("World".to_string()).await.unwrap();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Отримання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let Some(msg) = rx.recv().await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println!("Got: {}", msg);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send().await блокує async якщо буфер повний!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recv().await повертає None коли всі Sender dropped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mpsc::Sender методи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tokio::sync::mpsc;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mut rx) = mpsc::channel::&lt;i32&gt;(10);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send() — async, чекає якщо буфер повний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tx.send(42).await?;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try_send() — non-blocking, помилка якщо повний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tx.try_send(42)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Ok(()) =&gt; println!("Sent!"),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Err(mpsc::error::TrySendError::Full(val))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println!("Buffer full, value {} not sent", val);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Err(mpsc::error::TrySendError::Closed(val))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println!("Channel closed");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send_timeout() — з timeout (tokio &gt;= 1.22)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tokio::time::Duration;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tx.send_timeout(42, Duration::from_secs(1)).await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Ok(()) =&gt; println!("Sent!"),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Err(mpsc::error::SendTimeoutError::Timeout(val)) =&gt; {},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Err(mpsc::error::SendTimeoutError::Closed(val)) =&gt; {},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is_closed() — перевірка чи закритий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tx.is_closed() { println!("Receiver dropped"); 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mpsc::unbounded_channel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tokio::sync::mpsc;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Unbounded — без ліміту буфера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send() НЕ async — ніколи не блокує!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mut rx) = mpsc::unbounded_channel::&lt;String&gt;();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UnboundedSender::send() — синхронний!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tx.send("Hello".to_string()).unwrap();  // Без .await!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Отримання — як звичайно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let Some(msg) = rx.recv().await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msg);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⚠️ Небезпека: необмежений буфер може призвести до OOM!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Використовуйте тільки коли: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Точно знаєте що producer не швидший за consumer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Потрібно уникнути async в sender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bounded vs unbounded: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bounded:   send().await, backpressure, safe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unbounded: send() sync,  no backpressure, OOM risk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Рекомендація: завжди використовуйте bounded якщо можливо!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tokio::sync::broadcast — багато споживачів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tokio::sync::broadcast;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broadcast — кожен subscriber отримує КОЖНЕ повідомлення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(tx, _) = broadcast::channel::&lt;String&gt;(16);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Створюємо subscribers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rx1 = tx.subscribe();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rx2 = tx.subscribe();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Sender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tx.send("Hello everyone!".to_string()).unwrap();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Обидва отримають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assert_eq!(rx1.recv().await.unwrap(), "Hello everyone!");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assert_eq!(rx2.recv().await.unwrap(), "Hello everyone!");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Lagging receiver — якщо пропустив повідомлення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0..20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tx.send(format!("msg")).unwrap();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 rx1.recv().await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Ok(msg) =&gt; println!("Got: {}", msg),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Err(broadcast::error::RecvError::Lagged(n))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println!("Missed {} messages", 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Err(broadcast::error::RecvError::Closed) =&gt; {},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tokio::sync::watch — спостереження за значенням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tokio::sync::watch;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watch — single value, many observers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Тільки останнє значення зберігається!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(tx, rx) = watch::channel("initial".to_string());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Читання поточного значення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println!("Current: {}", *rx.borrow());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Очікування зміни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rx2 = rx.clone();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tokio::spawn(async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changed() чекає на НОВЕ значення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rx2.changed().await.unwrap();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println!("Value changed: {}", *rx2.borrow());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Оновлення значення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tx.send("updated".to_string()).unwrap();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tx.send("final".to_string()).unwrap();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send_modify — update in place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tx.send_modify(|val| val.push_str(" modified"));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Ідеально для: config updates, state observation, shutdown signals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tokio::sync::oneshot — одноразовий канал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tokio::sync::oneshot;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oneshot — один send, один receive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(tx, rx) = oneshot::channel::&lt;String&gt;();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tokio::spawn(async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tx.send() споживає tx — можна викликати лише раз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tx.send("Result".to_string()).unwrap();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Очікування результату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result = rx.await.unwrap();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println!("Got: {}", result);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Request-Response pattern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request_response(service: &amp;Service) -&gt; Response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(tx, rx) = oneshot::channel();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service.send(Request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data: "query",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response: tx,  // Канал для відповіді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rx.await.unwrap()  // Чекаємо відповідь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closed() — перевірити чи receiver dropped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tx.is_closed()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println!("Receiver not interested");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tokio::sync::Mutex — async mutex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tokio::sync::Mutex;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std::sync::Arc;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counter = Arc::new(Mutex::new(0));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handles = vec![];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0..10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counter = Arc::clone(&amp;counter);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handles.push(tokio::spawn(async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lock().await — async!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mut guard = counter.lock().await;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*guard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guard dropped — unlock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h in handles { h.await.unwrap();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println!("Result: {}", *counter.lock().await);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tokio::sync::Mutex vs std::sync::Mutex: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tokio: lock().await — НЕ блокує потік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std:   lock().unwrap() — БЛОКУЄ потік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Коли що: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Короткі критичні секції → std::sync::Mutex (швидше)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.await всередині lock → tokio::sync::Mutex (обов'язково!)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tokio::sync::RwLock — async read-write lock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tokio::sync::RwLock;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std::sync::Arc;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data = Arc::new(RwLock::new(vec![1, 2, 3]));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Багато читачів одночасно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read_handle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data = Arc::clone(&amp;data);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tokio::spawn(async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guard = data.read().await;  // Read lock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println!("Data: {:?}", *guard);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Один писач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write_handle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data = Arc::clone(&amp;data);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tokio::spawn(async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mut guard = data.write().await;  // Write lock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guard.push(4);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read_handle.await.unwrap();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write_handle.await.unwrap();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Методи: read(), write(), try_read(), try_write()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RwLockReadGuard, RwLockWriteGuard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tokio::sync::Semaphore — обмеження concurrency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tokio::sync::Semaphore;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std::sync::Arc;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Semaphore — обмежує кількість одночасних операцій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Максимум 3 одночасні операції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semaphore = Arc::new(Semaphore::new(3));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handles = vec![];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0..10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sem = Arc::clone(&amp;semaphore);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handles.push(tokio::spawn(async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Отримуємо permit (чекаємо якщо немає вільних)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_permit = sem.acquire().await.unwrap();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println!("Task {} started", i);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tokio::time::sleep(Duration::from_secs(1)).await;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println!("Task {} done", i);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permit dropped — звільняється автоматично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h in handles { h.await.unwrap();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OwnedSemaphorePermit — для передачі між tasks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permit = semaphore.clone().acquire_owned().await.unwrap();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Semaphore — патерни використання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tokio::sync::Semaphore;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Pattern 1: Rate limiting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RateLimiter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semaphore: Arc&lt;Semaphore&gt;,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RateLimiter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new(max_concurrent: usize)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RateLimiter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semaphore: Arc::new(Semaphore::new(max_concurrent)),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acquire(&amp;self) -&gt; SemaphorePermit&lt;'_&gt;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self.semaphore.acquire().await.unwrap()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Pattern 2: Connection pool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ConnectionPool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connections: Mutex&lt;Vec&lt;Connection&gt;&gt;,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semaphore: Semaphore,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ConnectionPool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get(&amp;self) -&gt; PooledConnection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permit = self.semaphore.acquire().await.unwrap();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conn = self.connections.lock().await.pop().unwrap();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PooledConnection { conn, permit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tokio::sync::Notify — сповіщення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tokio::sync::Notify;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std::sync::Arc;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notify = Arc::new(Notify::new());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Waiter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notify2 = Arc::clone(&amp;notify);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waiter = tokio::spawn(async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println!("Waiting for notification...");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notify2.notified().await;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println!("Notified!");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tokio::time::sleep(Duration::from_secs(1)).await;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Notifier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notify.notify_one();   // Розбудити одного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notify.notify_waiters();  // Розбудити всіх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waiter.await.unwrap();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Корисно для: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Signaling "work available"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Wake up idle workers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Event notification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Різниця з channel: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Notify не передає дані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Легший за channel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notify_one() може бути "втрачено" якщо немає waiter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tokio::sync::Barrier — точка синхронізації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tokio::sync::Barrier;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std::sync::Arc;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barrier = Arc::new(Barrier::new(3));  // 3 учасники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handles = vec![];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0..3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b = Arc::clone(&amp;barrier);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handles.push(tokio::spawn(async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println!("Task {} before barrier", i);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Всі чекають поки всі 3 досягнуть цієї точки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result = b.wait().await;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is_leader() — один task отримує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result.is_leader()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println!("Task {} is the leader", i);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println!("Task {} after barrier", i);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h in handles { h.await.unwrap();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Ідеально для фазової синхронізації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Phase 1: всі агенти perceive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Barrier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Phase 2: всі агенти decide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tokio::time — таймери та інтервали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tokio::time::{sleep, interval, timeout, Duration, Instant};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sleep — одноразова затримка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sleep(Duration::from_secs(1)).await;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interval — періодичний таймер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interval = interval(Duration::from_millis(100));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0..5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interval.tick().await;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println!("Tick!");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timeout — обмеження часу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 timeout(Duration::from_secs(5), slow_operation()).await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Ok(result) =&gt; println!("Result: {:?}", result),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Err(_) =&gt; println!("Timeout!"),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Instant — час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start = Instant::now();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operation().await;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println!("Took: {:?}", start.elapsed());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sleep_until — до конкретного моменту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deadline = Instant::now() + Duration::from_secs(10);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tokio::time::sleep_until(deadline).await;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interval — детально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tokio::time::{interval, interval_at, Duration, Instant, MissedTickBehavior};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Базовий interval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interval = interval(Duration::from_millis(100));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Перший tick() повертається ОДРАЗУ!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interval.tick().await;  // Instant return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interval.tick().await;  // 100ms later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interval_at — починати з конкретного часу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start = Instant::now() + Duration::from_secs(1);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interval = interval_at(start, Duration::from_millis(100));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MissedTickBehavior — що робити якщо пропустили tick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interval = interval(Duration::from_millis(100));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interval.set_missed_tick_behavior(MissedTickBehavior::Skip);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Burst — викликати пропущені tick'и швидко (default)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Delay — затримати наступний tick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Skip — пропустити пропущені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period() — отримати період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println!("Period: {:?}", interval.period());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reset() — скинути таймер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interval.reset();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Комунікація в async рої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tokio::sync::{mpsc, broadcast, watch};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SwarmCommunication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Агенти → Координатор (mpsc)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agent_to_coord: mpsc::Sender&lt;AgentMessage&gt;,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Координатор → Всі агенти (broadcast)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coord_broadcast: broadcast::Sender&lt;BroadcastCommand&gt;,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Глобальний стан (watch)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global_state: watch::Sender&lt;GlobalState&gt;,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AgentChannels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Надсилання до координатора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to_coordinator: mpsc::Sender&lt;AgentMessage&gt;,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Отримання broadcast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from_broadcast: broadcast::Receiver&lt;BroadcastCommand&gt;,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Спостереження за станом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state_watch: watch::Receiver&lt;GlobalState&gt;,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Персональні команди (mpsc)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personal_commands: mpsc::Receiver&lt;Command&gt;,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Coordinator надсилає: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broadcast для всіх: "All agents retreat!"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watch для стану: updated world map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mpsc для персональних: "Agent 5, investigate position X"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Rate Limiting агентів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tokio::sync::Semaphore;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std::sync::Arc;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SwarmRateLimiter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Максимум одночасних сканувань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scan_limit: Arc&lt;Semaphore&gt;,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Максимум одночасних атак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attack_limit: Arc&lt;Semaphore&gt;,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Максимум повідомлень на секунду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message_rate: Arc&lt;Semaphore&gt;,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SwarmRateLimiter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SwarmRateLimiter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scan_limit: Arc::new(Semaphore::new(10)),    // 10 одночасних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attack_limit: Arc::new(Semaphore::new(3)),   // 3 одночасних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message_rate: Arc::new(Semaphore::new(100)), // 100/sec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scan(&amp;self) -&gt; ScanResult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_permit = self.rate_limiter.scan_limit.acquire().await.unwrap();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Тепер можемо сканувати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self.do_scan().await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attack(&amp;self, target: TargetId)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_permit = self.rate_limiter.attack_limit.acquire().await.unwrap();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self.do_attack(target).await;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Архітектура async рою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Async Swarm 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┌──────────────┐     broadcast      ┌──────────────────┐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Coordinator │ ─────────────────→ │   Agent Tasks    │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(Task)    │                    │  (JoinSet x N)   │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         │ ←───── mpsc ────── │                  │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└──────────────┘                    └──────────────────┘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│                                     │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│ watch                      Semaphore│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↓                                     ↓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┌──────────────┐                    ┌──────────────────┐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Global State │                    │  Rate Limiter    │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(watch)    │                    │   (Semaphore)    │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└──────────────┘                    └──────────────────┘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Повний async агент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AsyncAgent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AgentId,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channels: AgentChannels,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rate_limiter: Arc&lt;SwarmRateLimiter&gt;,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cancellation: CancellationToken,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AsyncAgent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run(mut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tick = interval(Duration::from_millis(100));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biased;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_ = self.cancellation.cancelled() =&gt; break,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Ok(cmd) = self.channels.from_broadcast.recv()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self.handle_broadcast(cmd).await;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Some(cmd) = self.channels.personal_commands.recv()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self.handle_command(cmd).await;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Ok(_) = self.channels.state_watch.changed()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let state = self.channels.state_watch.borrow().clone();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self.update_local_state(state);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_ = tick.tick()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self.tick().await;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Порівняння tokio каналів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3716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Канал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Producers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Consumers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Use Case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mpsc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Multi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Single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Agent → Coordinator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broadcast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Multi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Multi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Global announcements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watch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Single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Multi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State observation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oneshot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Single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Single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Request-Response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331720"/>
            <a:ext cx="8229600" cy="10515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404872"/>
            <a:ext cx="804672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Рекомендації для МАС: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mpsc: агенти надсилають звіти координатору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broadcast: координатор надсилає команди всім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watch: глобальний стан рою (карта світу)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oneshot: request-response патерн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Комбінуйте канали для різних типів комунікації!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Best Practices: Sync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Bounded channels для backpressure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watch для shared state observation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Semaphore для rate limiting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CancellationToken для graceful shutdown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std::sync::Mutex для коротких критичних секцій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tokio::sync::Mutex якщо .await всередині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використовуйте unbounded без причини (OOM)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тримайте MutexGuard через .await (std::sync)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забувайте про lagging receivers (broadcast)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Патерни для МАС: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mpsc (bounded, 1000) для messages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broadcast для commands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watch для global state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Semaphore для resource limits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 лекції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23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tokio::sync — async синхронізація: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mpsc — multi-producer, bounded/unbounded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broadcast — multi-consumer broadcasting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watch — single value observation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oneshot — one-time response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Mutex, RwLock — async locks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Semaphore — concurrency limiting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Notify, Barrier — coordination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tokio::time — таймери: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sleep, interval, timeout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MissedTickBehavior для intervals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МАС: комбінація каналів та примітивів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для масштабованої async комунікації!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Наступна лекція: Async Channels та синхронізація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Завдання для самостійної роботи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mpsc Chat: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Кілька "клієнтів" надсилають повідомлення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Один "сервер" обробляє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Bounded channel з backpressure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broadcast Announcements: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Coordinator надсилає broadcast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10 агентів отримують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Handle lagging receivers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Rate Limiter: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Semaphore з 5 permits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20 tasks намагаються отримати permit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Вимірюйте час очікування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Async Agent: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select! на tick + commands + shutdown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CancellationToken для graceful stop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interval 100ms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Full Swarm: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Coordinator + 100 agents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mpsc + broadcast + watch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Rate limiting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Graceful shutdown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🦀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Tokio опановано!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D4D4"/>
                </a:solidFill>
              </a:rPr>
              <a:t>Runtime • Tasks • Channels • Sync • Time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C9B0"/>
                </a:solidFill>
              </a:rPr>
              <a:t>Питання?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Tokio Runtime Частина 2</dc:title>
  <dc:subject>PptxGenJS Presentation</dc:subject>
  <dc:creator>О.С. Бичков</dc:creator>
  <cp:lastModifiedBy>О.С. Бичков</cp:lastModifiedBy>
  <cp:revision>1</cp:revision>
  <dcterms:created xsi:type="dcterms:W3CDTF">2026-01-02T19:05:20Z</dcterms:created>
  <dcterms:modified xsi:type="dcterms:W3CDTF">2026-01-02T19:05:20Z</dcterms:modified>
</cp:coreProperties>
</file>