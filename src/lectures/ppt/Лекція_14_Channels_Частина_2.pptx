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08080"/>
                </a:solidFill>
              </a:rPr>
              <a:t>Лекція 14 (продовження)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E422B"/>
                </a:solidFill>
              </a:rPr>
              <a:t>sync_channel та crossbeam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EC9B0"/>
                </a:solidFill>
              </a:rPr>
              <a:t>Bounded channels та розширені можливості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08080"/>
                </a:solidFill>
              </a:rPr>
              <a:t>sync_channel • crossbeam • select • oneshot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828800" y="2743200"/>
            <a:ext cx="5486400" cy="54864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7" name="Text 5"/>
          <p:cNvSpPr/>
          <p:nvPr/>
        </p:nvSpPr>
        <p:spPr>
          <a:xfrm>
            <a:off x="1920240" y="28346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🤖 Приклади: worker pool, request-response, event bus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474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CDCAA"/>
                </a:solidFill>
              </a:rPr>
              <a:t>Частина 2: Розширені канали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2976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080"/>
                </a:solidFill>
              </a:rPr>
              <a:t>О. С. Бичков • 2025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План лекції (Частина 2)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3931920" cy="20116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3749040" cy="1865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1. sync_channel — bounded channel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2. Backpressure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3. sync_channel(0) — rendezvous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4. crossbeam-channel crate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5. crossbeam::select!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6. bounded vs unbounded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7. oneshot channel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8. Broadcast channel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389120" y="868680"/>
            <a:ext cx="4297680" cy="20116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6" name="Text 4"/>
          <p:cNvSpPr/>
          <p:nvPr/>
        </p:nvSpPr>
        <p:spPr>
          <a:xfrm>
            <a:off x="4480560" y="941832"/>
            <a:ext cx="4114800" cy="1865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9. 🤖 Worker Pool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10. 🤖 Request-Response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11. 🤖 Event Bus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12. 🤖 Pipeline processing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13. 🤖 Fan-out / Fan-in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14. Channel patterns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15. Performance tips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16. Коли channels, коли mutex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sync_channel — bounded channel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std::sync::mpsc;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sync_channel(n) — канал з обмеженим буфером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send() БЛОКУЄ якщо буфер повний!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(tx, rx) = mpsc::sync_channel::&lt;i32&gt;(2);  // Буфер на 2 елементи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tx.send(1).unwrap();  // ✓ Буфер: [1]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tx.send(2).unwrap();  // ✓ Буфер: [1, 2] — повний!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Наступний send() заблокує поки rx не забере!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tx.send(3).unwrap();  // ⏳ БЛОКУЄ!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В іншому потоці: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val = rx.recv().unwrap();  // Забираємо 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Тепер буфер: [2] — є місце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send(3) розблокується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Різниця: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channel()      — unbounded, send() ніколи не блокує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sync_channel() — bounded, send() блокує коли повний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</a:rPr>
              <a:t>sync_channel забезпечує backpressure — producer не може переповнити буфер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Backpressure — контроль швидкості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100584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Backpressure — механізм сповільнення producer коли consumer не встигає: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Unbounded: Producer → [∞ буфер] → Consumer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Producer швидший → буфер росте → OOM!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Bounded: Producer → [N буфер] → Consumer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Буфер повний → Producer блокує → балансування швидкостей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457200"/>
            <a:ext cx="8229600" cy="196596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502920"/>
            <a:ext cx="804672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std::sync::mpsc::sync_channel;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std::thread;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Producer генерує 1000 msg/sec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Consumer обробляє 100 msg/sec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(tx, rx) = sync_channel(10);  // Буфер 10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thread::spawn(move ||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i in 0..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tx.send(i).unwrap();  // Блокує коли буфер повний!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Producer автоматично сповільнюється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msg in rx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slow_processing(msg);  // 10ms на повідомлення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Буфер ніколи не перевищить 10 елементів!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sync_channel(0) — rendezvous channel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std::sync::mpsc::sync_channel;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std::thread;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sync_channel(0) — буфер розміром 0!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send() блокує поки receive() не готовий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Синхронна передача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(tx, rx) = sync_channel::&lt;String&gt;(0);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sender = thread::spawn(move ||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println!("Sending...");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tx.send("Hello".to_string()).unwrap();  // БЛОКУЄ!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println!("Sent!");  // Тільки після recv()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thread::sleep(std::time::Duration::from_secs(1));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println!("About to receive...");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msg = rx.recv().unwrap();  // Розблоковує send()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println!("Received: {}", msg);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sender.join().unwrap();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Вивід: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Sending...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(пауза 1 сек)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About to receive...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Sent!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Received: Hello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try_send() — неблокуюча відправка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std::sync::mpsc::{sync_channel, TrySendError};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(tx, rx) = sync_channel::&lt;i32&gt;(2);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tx.send(1).unwrap();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tx.send(2).unwrap();  // Буфер повний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try_send() — не блокує, повертає помилку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 tx.try_send(3)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Ok(()) =&gt; println!("Sent!"),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Err(TrySendError::Full(msg))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Буфер повний, повідомлення повернуто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println!("Buffer full, message {} not sent", msg);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Err(TrySendError::Disconnected(msg))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Receiver dropped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println!("Receiver gone, message {} lost", msg);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Корисно для non-blocking producers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tx.try_send(value).is_err()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Буфер повний — можемо: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- Відкинути повідомлення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- Зберегти для пізніше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- Логувати warning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crossbeam-channel — кращі канали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crossbeam-channel — популярна альтернатива std::sync::mpsc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Cargo.toml: crossbeam-channel = "0.5"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crossbeam_channel::{unbounded, bounded, select};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Переваги над std::sync::mpsc: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• MPMC — multi-producer multi-consumer!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• select! макрос для очікування на кількох каналах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• Швидший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• Більше типів каналів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Unbounded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(tx, rx) = unbounded::&lt;i32&gt;();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Bounded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(tx, rx) = bounded::&lt;i32&gt;(10);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Receiver можна клонувати!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rx2 = rx.clone();  // ✓ MPMC!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Два consumers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std::thread::spawn(move ||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msg in rx { println!("Consumer 1: {}", msg);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std::thread::spawn(move ||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msg in rx2 { println!("Consumer 2: {}", msg);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crossbeam::select! — очікування на кількох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crossbeam_channel::{unbounded, select, Receiver};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std::time::Duration;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(tx1, rx1) = unbounded::&lt;String&gt;();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(tx2, rx2) = unbounded::&lt;i32&gt;();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select! — чекає на БУДЬ-ЯКИЙ з каналів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loop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select!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recv(rx1) -&gt; msg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match msg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Ok(s) =&gt; println!("String: {}", s),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Err(_) =&gt; println!("rx1 closed"),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recv(rx2) -&gt; msg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match msg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Ok(n) =&gt; println!("Number: {}", n),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Err(_) =&gt; println!("rx2 closed"),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Timeout — якщо ніхто не готовий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default(Duration::from_secs(1))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println!("No message in 1 second");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select! з send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crossbeam_channel::{bounded, select};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(tx1, rx1) = bounded::&lt;i32&gt;(1);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(tx2, rx2) = bounded::&lt;i32&gt;(1);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select! може чекати і на send, і на recv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value = 42;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select!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Надіслати в перший вільний канал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send(tx1, value) -&gt; res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match res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Ok(()) =&gt; println!("Sent to channel 1"),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Err(_) =&gt; println!("Channel 1 closed"),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send(tx2, value) -&gt; res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match res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Ok(()) =&gt; println!("Sent to channel 2"),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Err(_) =&gt; println!("Channel 2 closed"),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Корисно для load balancing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Надсилаємо в канал, який готовий прийняти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Порівняння типів каналів</a:t>
            </a:r>
            <a:endParaRPr lang="en-US" sz="2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68680"/>
          <a:ext cx="8229600" cy="173736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2481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Канал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Producers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Consumers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Buffer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select!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E"/>
                    </a:solidFill>
                  </a:tcPr>
                </a:tc>
              </a:tr>
              <a:tr h="2481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mpsc::channel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Multi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Single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Unbounded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❌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81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mpsc::sync_channel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Multi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Single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Bounded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❌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81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crossbeam::unbounded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Multi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Multi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Unbounded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✓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81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crossbeam::bounded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Multi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Multi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Bounded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✓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81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tokio::mpsc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Multi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Single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Bounded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✓*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81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tokio::broadcast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Multi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Multi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Bounded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✓*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269748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</a:rPr>
              <a:t>* tokio канали для async коду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457200" y="2926080"/>
            <a:ext cx="8229600" cy="59436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2999232"/>
            <a:ext cx="8046720" cy="448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Рекомендації: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Простий випадок → std::sync::mpsc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MPMC або select! → crossbeam-channel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Async код → tokio::sync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Oneshot channel — один раз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oneshot — канал для одного повідомлення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Ефективний для request-response pattern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Можна реалізувати через sync_channel(1)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std::sync::mpsc::sync_channel;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request_response()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(response_tx, response_rx) = sync_channel(1);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Надсилаємо запит з каналом для відповіді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request_tx.send(Request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data: "query",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response_channel: response_tx,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}).unwrap();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Чекаємо відповідь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response = response_rx.recv().unwrap();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Або використовуйте tokio::sync::oneshot (async)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або crossbeam_channel з bounded(1)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futures::channel::oneshot для futures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futures::channel::oneshot;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(tx, rx) = oneshot::channel::&lt;i32&gt;();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tx.send(42).unwrap();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result = rx.await;  // async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C9B0"/>
                </a:solidFill>
              </a:rPr>
              <a:t>🤖 МАС: Worker Pool з channels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std::sync::mpsc::{sync_channel, Sender, Receiver};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std::sync::{Arc, Mutex};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std::thread;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 Job = Box&lt;dyn FnOnce() + Send + 'static&gt;;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ThreadPool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workers: Vec&lt;thread::JoinHandle&lt;()&gt;&gt;,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sender: Sender&lt;Job&gt;,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ThreadPool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new(size: usize) -&gt; Self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(sender, receiver) = sync_channel::&lt;Job&gt;(size * 2);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receiver = Arc::new(Mutex::new(receiver));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workers = (0..size).map(|id|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let rx = Arc::clone(&amp;receiver);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thread::spawn(move || loop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let job = rx.lock().unwrap().recv();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match job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Ok(job) =&gt; job(),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Err(_) =&gt; break,  // Channel closed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}).collect();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ThreadPool { workers, sender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execute&lt;F: FnOnce() + Send + 'static&gt;(&amp;self, f: F)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self.sender.send(Box::new(f)).unwrap();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C9B0"/>
                </a:solidFill>
              </a:rPr>
              <a:t>🤖 МАС: Request-Response pattern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std::sync::mpsc::{channel, sync_channel, Sender};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Request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query: String,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response_tx: Sender&lt;Response&gt;,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Response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result: String,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Сервіс обробки запитів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service(rx: Receiver&lt;Request&gt;)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request in rx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result = process_query(&amp;request.query);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request.response_tx.send(Response { result }).unwrap();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Клієнт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client(service_tx: &amp;Sender&lt;Request&gt;) -&gt; Response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(response_tx, response_rx) = sync_channel(1);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service_tx.send(Request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query: "SELECT * FROM agents".to_string(),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response_tx,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}).unwrap();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response_rx.recv().unwrap()  // Чекаємо відповідь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Coordinator може мати Request-Response з кожним агентом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C9B0"/>
                </a:solidFill>
              </a:rPr>
              <a:t>🤖 МАС: Event Bus для рою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crossbeam_channel::{unbounded, Sender, Receiver};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std::thread;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#[derive(Clone, Debug)]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enum SwarmEvent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AgentJoined(u32),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AgentLeft(u32),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TargetDetected { pos: (f64, f64), by: u32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MissionAssigned { mission_id: u32, agents: Vec&lt;u32&gt;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EventBus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sender: Sender&lt;SwarmEvent&gt;,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receiver: Receiver&lt;SwarmEvent&gt;,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EventBus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new() -&gt; Self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(sender, receiver) = unbounded();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EventBus { sender, receiver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publisher(&amp;self) -&gt; Sender&lt;SwarmEvent&gt;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self.sender.clone()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subscriber(&amp;self) -&gt; Receiver&lt;SwarmEvent&gt;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self.receiver.clone()  // MPMC — кілька subscribers!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Кожен компонент отримує subscriber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та публікує події через publisher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C9B0"/>
                </a:solidFill>
              </a:rPr>
              <a:t>🤖 МАС: Pipeline обробки даних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std::sync::mpsc::{sync_channel, Sender, Receiver};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std::thread;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Stage 1: Отримання даних з сенсорів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Stage 2: Фільтрація шуму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Stage 3: Розпізнавання об'єктів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Stage 4: Прийняття рішень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create_pipeline()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(raw_tx, raw_rx) = sync_channel::&lt;SensorData&gt;(100);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(filtered_tx, filtered_rx) = sync_channel::&lt;FilteredData&gt;(50);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(detected_tx, detected_rx) = sync_channel::&lt;Detection&gt;(20);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Stage 2: Фільтрація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thread::spawn(move ||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data in raw_rx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let Some(filtered) = filter_noise(data)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filtered_tx.send(filtered).unwrap();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Stage 3: Розпізнавання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thread::spawn(move ||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data in filtered_rx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let Some(detection) = detect_objects(data)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detected_tx.send(detection).unwrap();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Stage 4: Consumer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detection in detected_rx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make_decision(detection);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C9B0"/>
                </a:solidFill>
              </a:rPr>
              <a:t>🤖 МАС: Fan-out / Fan-in pattern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crossbeam_channel::{bounded, Sender, Receiver};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std::thread;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Fan-out: один producer → багато consumers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fan_out&lt;T: Clone + Send + 'static&gt;(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source: Receiver&lt;T&gt;,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n_workers: usize,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-&gt; Vec&lt;Receiver&lt;T&gt;&gt;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(0..n_workers).map(|_|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(tx, rx) = bounded(10);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source = source.clone();  // MPMC!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thread::spawn(move ||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for item in source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// Кожен worker отримує частину роботи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tx.send(item).ok();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}).collect()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Fan-in: багато producers → один consumer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fan_in&lt;T: Send + 'static&gt;(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sources: Vec&lt;Receiver&lt;T&gt;&gt;,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-&gt; Receiver&lt;T&gt;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(tx, rx) = bounded(sources.len() * 10);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source in sources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tx = tx.clone();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thread::spawn(move ||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for item in source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tx.send(item).ok();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C9B0"/>
                </a:solidFill>
              </a:rPr>
              <a:t>🤖 МАС: Повний приклад: Coordinator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crossbeam_channel::{bounded, select, Sender, Receiver};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Coordinator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from_agents: Receiver&lt;AgentMessage&gt;,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to_agents: Vec&lt;Sender&lt;Command&gt;&gt;,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shutdown: Receiver&lt;()&gt;,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Coordinator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run(&amp;mut self)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loop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select!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recv(self.from_agents) -&gt; msg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if let Ok(msg) = msg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self.handle_agent_message(msg);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recv(self.shutdown) -&gt; _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println!("Coordinator shutting down");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// Надіслати команду зупинки всім агентам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for tx in &amp;self.to_agents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let _ = tx.send(Command::Shutdown);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break;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broadcast_command(&amp;self, cmd: Command)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tx in &amp;self.to_agents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let _ = tx.send(cmd.clone());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Channel Patterns Summary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4688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23225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1. Producer-Consumer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N producers → [channel] → 1 consumer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2. Pipeline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Stage1 → [ch] → Stage2 → [ch] → Stage3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3. Fan-out / Fan-in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1 → [ch] → N workers → [ch] → 1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4. Request-Response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Client → [request + response_ch] → Server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Client ← [response_ch] ← Server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5. Pub-Sub (broadcast)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Publisher → [ch] → N subscribers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6. Worker Pool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[job queue] → N workers (competing)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Performance Tips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146304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1316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✓ Bounded channels для backpressure та memory control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✓ Batch processing — збирайте повідомлення, обробляйте пачками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✓ Мінімізуйте Clone — передавайте ownership або Arc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✓ crossbeam-channel швидший за std::sync::mpsc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❌ Не використовуйте channels для shared state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(краще Arc&lt;Mutex&lt;T&gt;&gt; для частого доступу)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❌ Не створюйте занадто багато каналів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❌ Уникайте великих повідомлень — передавайте Arc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457200"/>
            <a:ext cx="8229600" cy="242316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502920"/>
            <a:ext cx="804672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Замість великих даних — передавайте Arc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large_data = Arc::new(vec![0u8; 1_000_000]);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tx.send(Arc::clone(&amp;large_data)).unwrap();  // Дешево!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Коли channels, коли mutex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3931920" cy="20116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EC9B0"/>
                </a:solidFill>
              </a:rPr>
              <a:t>Channels краще для: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37490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• Передачі ownership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• Pipeline обробки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• Request-response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• Loose coupling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• Distributed systems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• Actor model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• Event-driven архітектури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0" y="868680"/>
            <a:ext cx="4114800" cy="20116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7" name="Text 5"/>
          <p:cNvSpPr/>
          <p:nvPr/>
        </p:nvSpPr>
        <p:spPr>
          <a:xfrm>
            <a:off x="4663440" y="91440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E422B"/>
                </a:solidFill>
              </a:rPr>
              <a:t>Mutex/RwLock краще для: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663440" y="1188720"/>
            <a:ext cx="39319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• Shared mutable state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• Часті read/write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• Малі критичні секції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• Cache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• Counters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• Simple shared data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9718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</a:rPr>
              <a:t>Часто комбінація: channels для commands, mutex для shared state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Best Practices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51460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2368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✓ Використовуйте bounded channels з розумним розміром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✓ Завжди drop() sender коли закінчили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✓ Handle errors від send/recv (не просто unwrap)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✓ Використовуйте select! для кількох каналів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✓ Типізуйте повідомлення через enum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❌ Не ігноруйте backpressure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❌ Не створюйте cyclic channel dependencies (deadlock)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❌ Не забувайте про graceful shutdown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🤖 Для МАС: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Coordinator з select! на всіх каналах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Typed messages: enum AgentMessage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Response channels для request-response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Bounded buffers для sensor data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Graceful Shutdown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crossbeam_channel::{bounded, select, Receiver, Sender};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std::thread;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Worker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work_rx: Receiver&lt;Job&gt;,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shutdown_rx: Receiver&lt;()&gt;,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Worker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run(&amp;self)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loop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select!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recv(self.work_rx) -&gt; job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if let Ok(job) = job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job.execute();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} else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// Channel closed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break;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recv(self.shutdown_rx) -&gt; _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println!("Shutdown signal received");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// Finish current work, cleanup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break;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println!("Worker stopped gracefully");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Main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(shutdown_tx, shutdown_rx) = bounded(1);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... spawn workers with shutdown_rx.clone() ...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shutdown_tx.send(()).unwrap();  // Signal shutdown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Підсумок лекції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42316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2276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sync_channel — bounded з backpressure: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send() блокує коли буфер повний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sync_channel(0) — rendezvous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crossbeam-channel: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MPMC — multi-consumer!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select! — очікування на кількох каналах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Швидший за std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Patterns: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Pipeline, Fan-out/Fan-in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Request-Response з oneshot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Worker Pool, Event Bus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🤖 МАС: channels для координації,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mutex для shared state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33832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</a:rPr>
              <a:t>→ Наступна лекція: Async/Await — асинхронне програмування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Завдання для самостійної роботи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56032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24140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1. Producer-Consumer: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3 producers генерують числа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1 consumer обчислює суму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Bounded buffer (10)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2. Pipeline: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Stage 1: генерація чисел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Stage 2: фільтрація парних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Stage 3: множення на 2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Stage 4: вивід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3. Worker Pool: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4 workers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Обробка 100 задач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Graceful shutdown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4. МАС Coordinator: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5 агентів надсилають позиції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Coordinator з select!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Broadcast команд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Shutdown signal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5. Request-Response: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Database service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Clients надсилають queries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Response через oneshot channel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🦀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457200" y="1920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E422B"/>
                </a:solidFill>
              </a:rPr>
              <a:t>Дякую за увагу!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2468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4D4D4"/>
                </a:solidFill>
              </a:rPr>
              <a:t>Channels • mpsc • crossbeam • select!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017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EC9B0"/>
                </a:solidFill>
              </a:rPr>
              <a:t>Питання?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Channels Частина 2</dc:title>
  <dc:subject>PptxGenJS Presentation</dc:subject>
  <dc:creator>О.С. Бичков</dc:creator>
  <cp:lastModifiedBy>О.С. Бичков</cp:lastModifiedBy>
  <cp:revision>1</cp:revision>
  <dcterms:created xsi:type="dcterms:W3CDTF">2026-01-02T18:35:16Z</dcterms:created>
  <dcterms:modified xsi:type="dcterms:W3CDTF">2026-01-02T18:35:16Z</dcterms:modified>
</cp:coreProperties>
</file>