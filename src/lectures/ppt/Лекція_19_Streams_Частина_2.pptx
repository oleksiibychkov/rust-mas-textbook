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19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Streams: Комбінатори та патерни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Merge, Zip, Buffer, Fold та складні операції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chain • merge • zip • buffer • chunks • timeout • fold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Комплексна обробка потоків даних рою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Складні операції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chain() — послідовне з'єднання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merge() — інтерлівінг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select_all() — багато 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zip() — паралельне з'єднання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enumerate() — індексація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flatten() — розгортання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buffer_unordered()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buffered()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chunks(), ready_chunks()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timeout(), timeout_repeating()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fold(), reduce()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collect(), count()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Multi-sensor fusion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Parallel agent processing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Windowed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Performance та Best Practices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chain() — послідовне з'єднання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chain() — виконує streams ПОСЛІДОВНО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Спочатку всі елементи першого, потім другого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stream1 = stream::iter(vec![1,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stream2 = stream::iter(vec![4, 5, 6]);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chained = stream1.chain(stream2);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Vec&lt;_&gt; = chained.collect().await;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assert_eq!(result, vec![1, 2, 3, 4, 5, 6]);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Кілька streams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combined = stream::iter(vec![1])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.chain(stream::iter(vec![2]))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.chain(stream::iter(vec![3]));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читання з кількох файлів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file1_lines = read_lines("file1.txt");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file2_lines = read_lines("file2.txt");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all_lines = file1_lines.chain(file2_lines);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all_lines.for_each(|line| 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process_line(line).await;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}).await;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merge() / select() — інтерлівінг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tokio_stream::StreamExt as TokioStreamExt;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merge/select — елементи з ОБОХ streams по мірі готовності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послідовно, а інтерлівінг!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stream1 = stream::iter(vec![1, 3, 5]);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stream2 = stream::iter(vec![2, 4, 6]);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futures::stream::select (2 streams)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merged = futures::stream::select(stream1, stream2);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Результат: елементи в порядку готовності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Може бути [1, 2, 3, 4, 5, 6] або [1, 3, 2, 5, 4, 6] і т.д.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tokio_stream merge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tokio_stream::StreamExt;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merged = stream1.merge(stream2);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події з різних джерел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keyboard_events = keyboard_stream();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mouse_events = mouse_stream();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timer_events = timer_stream();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all_events = futures::stream::select(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keyboard_events,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futures::stream::select(mouse_events, timer_events)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select_all() — багато streams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StreamExt, SelectAll};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select_all — merge для N streams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streams: Vec&lt;_&gt; = (0..5)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.map(|i| stream::iter(vec![i * 10, i * 10 + 1]))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merged: SelectAll&lt;_&gt; = stream::select_all(streams);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Vec&lt;_&gt; = merged.collect().await;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[0, 1, 10, 11, 20, 21, 30, 31, 40, 41] (порядок може відрізнятись)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Динамічне додавання streams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select_all = SelectAll::new();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select_all.push(stream::iter(vec![1, 2]));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select_all.push(stream::iter(vec![3, 4]));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Пізніше: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select_all.push(stream::iter(vec![5, 6]));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Обробка всіх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Some(item) = select_all.next().await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println!("Got: 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🤖 МАС: об'єднання streams від усіх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agent_streams: Vec&lt;_&gt; = agents.iter().map(|a| a.events()).collect();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all_events = stream::select_all(agent_streams);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zip() — паралельне з'єднання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zip() — об'єднує елементи попарно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Чекає на обидва streams, повертає кортежі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stream1 = stream::iter(vec![1,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stream2 = stream::iter(vec!["a", "b", "c"]);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zipped = stream1.zip(stream2);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Vec&lt;_&gt; = zipped.collect().await;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assert_eq!(result, vec![(1, "a"), (2, "b"), (3, "c")]);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різна довжина — зупиняється на коротшому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short = stream::iter(vec![1, 2]);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long = stream::iter(vec!["a", "b", "c", "d"]);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zipped: Vec&lt;_&gt; = short.zip(long).collect().await;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assert_eq!(zipped, vec![(1, "a"), (2, "b")]);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zip команд з результатами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commands = stream::iter(vec!["cmd1", "cmd2", "cmd3"]);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timestamps = stream::iter(timestamps_iter);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with_timestamps = commands.zip(timestamps)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.map(|(cmd, ts)| TimestampedCommand { cmd, ts });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enumerate() — індексація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enumerate() — додає індекс до кожного елемента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 = stream::iter(vec!["a", "b", "c"]);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enumerated = stream.enumerate();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Vec&lt;_&gt; = enumerated.collect().await;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assert_eq!(result, vec![(0, "a"), (1, "b"), (2, "c")]);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Практичне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stream::iter(items)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.enumerate()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.for_each(|(index, item)|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println!("Processing item {} of {}: {:?}", index + 1, total,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filter — індекси зберігаються оригінальні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evens: Vec&lt;_&gt; = stream::iter(0..10)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.enumerate()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.filter(|(i, x)| std::future::ready(*x % 2 == 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[(0, 0), (2, 2), (4, 4), (6, 6), (8, 8)]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flatten() / flat_map() — розгортання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flatten() — розгортає Stream&lt;Item = Stream&gt; в Stream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nested = stream::iter(vec![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stream::iter(vec![1, 2]),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stream::iter(vec![3, 4]),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stream::iter(vec![5, 6]),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flattened: Vec&lt;_&gt; = nested.flatten().collect().await;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assert_eq!(flattened, vec![1, 2, 3, 4, 5, 6]);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flat_map() = map() + flatten()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result: Vec&lt;_&gt; = stream::iter(vec![1, 2, 3])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.flat_map(|x| stream::iter(vec![x, x * 10]))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assert_eq!(result, vec![1, 10, 2, 20, 3, 30]);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paginated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pages = fetch_all_pages();  // Stream&lt;Item = Vec&lt;Item&gt;&gt;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all_items = pages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.map(|page| stream::iter(page))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.flatten();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простіше: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all_items = pages.flat_map(|page| stream::iter(page));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buffer_unordered() — паралельна обробка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buffer_unordered — виконує до N futures паралельно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Результати в порядку ЗАВЕРШЕННЯ (не оригінальному!)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urls = vec!["url1", "url2", "url3", "url4", "url5"];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results: Vec&lt;_&gt; = stream::iter(urls)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.map(|url|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fetch(url).await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.buffer_unordered(3)  // До 3 паралельних запитів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Порядок результатів може відрізнятись від порядку urls!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Приклад: паралельна обробка з progress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total = items.len();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processed = 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stream = stream::iter(items)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.map(|item| process_item(item))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.buffer_unordered(10);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Some(result) = stream.next().await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processed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println!("Progress: {}/{}", processed, total);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handle_result(result);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buffered() — паралельна обробка зі збереженням порядку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buffered — як buffer_unordered, але зберігає ПОРЯДОК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Виконує паралельно, але повертає в оригінальному порядку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urls = vec!["url1", "url2", "url3"];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results: Vec&lt;_&gt; = stream::iter(urls)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.map(|url|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fetch(url).await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.buffered(3)  // Паралельно, але в порядку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results[0] = fetch("url1"), results[1] = fetch("url2"),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buffer_unordered vs buffered: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buffer_unordered(N):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До N паралельних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Результати по мірі готовності (швидше)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Порядок НЕ гарантований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buffered(N):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До N паралельних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Чекає на порядок (може бути повільніше)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- Порядок ГАРАНТОВАНИЙ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Вибір залежить від того, чи важливий порядок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chunks() — групування елементів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tokio_stream::StreamExt as TokioStreamExt;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chunks() — групує елементи у вектори фіксованого розміру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chunked: Vec&lt;_&gt; = stream::iter(1..=10)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.chunks(3)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assert_eq!(chunked,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vec![1, 2, 3],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vec![4, 5, 6],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vec![7, 8, 9],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vec![10],  // Останній chunk може бути меншим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ready_chunks() — збирає елементи що вже готові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ready: Vec&lt;_&gt; = stream::iter(1..=5)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.ready_chunks(10)  // До 10 елементів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tokio_stream: chunks_timeout — з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tokio_stream::StreamExt;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chunked =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.chunks_timeout(100, Duration::from_secs(1));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Chunk коли: 100 елементів АБО 1 секунда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timeout() — обмеження часу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tokio_stream::StreamExt;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timeout() — timeout на КОЖЕН елемент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stream = some_stream()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.timeout(Duration::from_secs(5));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Some(result) = stream.next().await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Ok(item) =&gt; process(item),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Err(elapsed)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println!("Timeout waiting for next item");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timeout_repeating() — timeout що скидається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tokio::time::interval;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stream = some_stream()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.timeout_repeating(interval(Duration::from_secs(5)));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heartbeat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agent_stream = agent.telemetry_stream()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.timeout(Duration::from_secs(10));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Some(result) = agent_stream.next().await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Ok(telemetry) =&gt; update_telemetry(telemetry),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Err(_)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println!("Agent not responding!");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mark_agent_offline();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fold(), reduce() — агрегація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fold() — акумулятор з початковим значенням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 = stream::iter(1..=10)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.fold(0, |acc, x| async move { acc + x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assert_eq!(sum, 55);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reduce() — без початкового значення (перший елемент)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max = stream::iter(vec![3, 1, 4, 1, 5, 9])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.reduce(|a, b| async move { if a &gt; b { a } else { b }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assert_eq!(max, Some(9));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Складніший fold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stats = stream::iter(readings)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.fold(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 { sum: 0.0, count: 0, min: f64::MAX, max: f64::MIN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|mut stats, reading|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stats.sum += reading;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stats.count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stats.min = stats.min.min(reading);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stats.max = stats.max.max(reading);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println!("Avg: {}, Min: {}, Max: {}",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stats.sum / stats.count as f64, stats.min, stats.max);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collect(), count() — завершення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collect() — збирає всі елементи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vec: Vec&lt;i32&gt; = stream::iter(1..=5).collect().await;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set: HashSet&lt;i32&gt; = stream::iter(vec![1, 2, 2, 3]).collect().await;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try_collect() — для Result streams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results: Result&lt;Vec&lt;_&gt;, _&gt; = stream::iter(vec![Ok(1), Ok(2), Err("error")])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.try_collect()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assert!(results.is_err());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count() — підраховує елементи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stream::iter(1..=100).count().await;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assert_eq!(count, 100);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all() — чи всі задовольняють умову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all_positive = stream::iter(vec![1, 2, 3])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.all(|x| async move { x &gt; 0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assert!(all_positive);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any() — чи хоча б один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has_negative = stream::iter(vec![1, -2, 3])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.any(|x| async move { x &lt; 0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assert!(has_negative);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for_each_concurrent() — паралельна обробка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for_each — послідовна обробка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stream::iter(items)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.for_each(|item| 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process(item).await;  // Один за одним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for_each_concurrent — паралельна обробка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stream::iter(items)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.for_each_concurrent(10, |item| async {  // До 10 паралельно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process(item).await;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None = без ліміту (всі паралельно)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stream::iter(items)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.for_each_concurrent(None, |item| 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process(item).await;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масова обробка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results = Arc::new(Mutex::new(Vec::new()));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stream::iter(urls)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.for_each_concurrent(20, |url|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results = Arc::clone(&amp;results);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Ok(response) = fetch(&amp;url).await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results.lock().await.push(response);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.await;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Multi-Sensor Fusion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Fusion даних з різних сенсорів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sensor_fusion(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gps: impl Stream&lt;Item = GpsReading&gt;,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imu: impl Stream&lt;Item = ImuReading&gt;,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lidar: impl Stream&lt;Item = LidarReading&gt;,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impl Stream&lt;Item = FusedState&gt;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Zip всіх сенсорів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gps.zip(imu)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.zip(lidar)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.map(|((gps, imu), lidar)|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Kalman filter fusion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FusedState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position: fuse_position(gps.position, imu.acceleration),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orientation: fuse_orientation(imu.gyro, imu.accelerometer),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obstacles: lidar.points.clone(),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confidence: calculate_confidence(&amp;gps, &amp;imu, &amp;lidar),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timestamp: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fused = sensor_fusion(gps_stream, imu_stream, lidar_stream).await;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fused.for_each(|state|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update_navigation(state);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}).await;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Паралельна обробка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futures::stream::{self, StreamExt};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Паралельне оновлення всіх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parallel_update(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Vec&lt;AgentHandle&gt;,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Command,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Vec&lt;Result&lt;Response, Error&gt;&gt;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stream::iter(agents)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.map(|agent|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cmd = command.clone();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agent.send_command(cmd).await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.buffer_unordered(50)  // До 50 паралельно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Збір телеметрії з усіх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collect_telemetry(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&amp;[AgentHandle],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impl Stream&lt;Item = (AgentId, Telemetry)&gt;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streams: Vec&lt;_&gt; = agents.iter()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.map(|a|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id = a.id();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a.telemetry_stream().map(move |t| (id, 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stream::select_all(streams)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Збір з усіх агентів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telemetry = collect_telemetry(&amp;agents).await;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Some((id, data)) = telemetry.next().await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update_agent_state(id, 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Windowed Analytics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tokio_stream::StreamExt;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Аналітика по часових вікнах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windowed_analytics(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events: impl Stream&lt;Item = 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impl Stream&lt;Item = WindowStats&gt;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Групуємо по 100 подій або 5 секунд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.chunks_timeout(100, Duration::from_secs(5))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.map(|window|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Обчислюємо статистику для вікна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targets_detected = window.iter()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.filter(|e| matches!(e, SwarmEvent::TargetDetected { .. }))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.count();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active_agents: HashSet&lt;_&gt; = window.iter()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.filter_map(|e| match 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SwarmEvent::AgentMoved { agent_id, .. } =&gt; Some(*agent_id),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_ =&gt;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WindowStats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timestamp: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event_count: window.len(),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targets_detected,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active_agents: active_agents.len(),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events_per_second: window.len() as f64 / 5.0,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Real-time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stats = windowed_analytics(event_stream).await;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Some(window) = stats.next().await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update_dashboard(window);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Anomaly Detection Stream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futures::stream::StreamExt;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RunningStats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variance: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Виявлення аномалій у потоці телеметрії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anomaly_detection(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telemetry: impl Stream&lt;Item = f64&gt;,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threshold_sigma: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impl Stream&lt;Item = Anomaly&gt;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telemetry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.scan(RunningStats::new(), |stats, value|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Online обчислення mean та variance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stats.update(value);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z_score = (value - stats.mean) / stats.std_dev();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z_score.abs() &gt; threshold_sigma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futures::future::ready(Some(Some(Anomaly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value,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z_score,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timestamp: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futures::future::ready(Some(None))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.filter_map(|opt| std::future::ready(opt))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 для моніторингу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battery_anomalies = anomaly_detection(battery_stream, 3.0);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battery_anomalies.for_each(|anomaly| async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alert!("Battery anomaly: {:?}", anomaly);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}).await;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ReceiverStream — канал як Stream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tokio_stream::wrappers::ReceiverStream;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futures::StreamExt;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Перетворення mpsc::Receiver в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mpsc::channel::&lt;i32&gt;(100);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 = ReceiverStream::new(rx);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можна використовувати всі StreamExt методи!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doubled =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.map(|x| x *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.filter(|x| std::future::ready(*x &gt; 10));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Інші wrappers: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tokio_stream::wrappers::{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BroadcastStream,     // broadcast::Receiver -&gt;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WatchStream,         // watch::Receiver -&gt;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IntervalStream,      // Interval -&gt;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UnboundedReceiverStream,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з broadcast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_) = tokio::sync::broadcast::channel::&lt;Event&gt;(100);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rx = tx.subscribe();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event_stream = BroadcastStream::new(rx)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.filter_map(|r| std::future::ready(r.ok()));  // Handle errors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з watch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tokio::sync::watch::channel(0);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state_changes = WatchStream::new(rx);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Performance Tips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buffer_unordered для максимального throughput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buffered якщо потрібен порядок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chunks/chunks_timeout для batch processing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ready_chunks для non-blocking batching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for_each_concurrent замість послідовної обробки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collect() на нескінченних 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забувайте про backpressure (буфери!)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створюйте занадто багато паралельних tasks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Benchmarks (приблизні):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map/filter: ~10ns per item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buffer_unordered(10): ~100ns overhead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for_each_concurrent(100): ~1μs setup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select_all для об'єднання agent 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chunks_timeout для windowed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buffer_unordered для паралельних commands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Practices: Streams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Створення: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async_stream::stream! для простих випадків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unfold для stateful streams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ReceiverStream для channels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Комбінування: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chain для послідовного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select/merge для інтерлівінгу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zip для синхронного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Паралелізм: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buffer_unordered — максимальна швидкість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buffered — зі збереженням порядку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for_each_concurrent — паралельна обробка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Агрегація: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chunks_timeout для batching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fold/reduce для акумуляції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scan для running statistics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Комбінатори з'єднання: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chain — послідовно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merge/select — по мірі готовності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zip — паралельно (кортежі)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flatten/flat_map — розгортання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Паралелізм: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buffer_unordered — без порядку (швидше)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buffered — з порядком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for_each_concurrent — паралельна обробка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Агрегація: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chunks/chunks_timeout — групування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fold/reduce — акумуляція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collect — збір у колекцію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Streams для sensor fusion,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паралельної обробки агентів,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Actor Model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Basic Stream: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Створіть stream чисел 1-100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filter парні, map *2, take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collect у Vec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Async Stream: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async_stream з yield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Затримка 100ms між елементами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10 елементів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Parallel Fetch: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Stream URLs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buffer_unordered(5) fetch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Порівняйте з послідовним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Sensor Stream: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Stream показань (async_stream)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Anomaly detection (z-score &gt;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Alert на аномалії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МАС Analytics: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select_all streams від 10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chunks_timeout(100, 1sec)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Статистика по вікнах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Streams опановано!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Stream • Combinators • Parallel •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 Частина 2</dc:title>
  <dc:subject>PptxGenJS Presentation</dc:subject>
  <dc:creator>О.С. Бичков</dc:creator>
  <cp:lastModifiedBy>О.С. Бичков</cp:lastModifiedBy>
  <cp:revision>1</cp:revision>
  <dcterms:created xsi:type="dcterms:W3CDTF">2026-01-02T19:23:20Z</dcterms:created>
  <dcterms:modified xsi:type="dcterms:W3CDTF">2026-01-02T19:23:20Z</dcterms:modified>
</cp:coreProperties>
</file>