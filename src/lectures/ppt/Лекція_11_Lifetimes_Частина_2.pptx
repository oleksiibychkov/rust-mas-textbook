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11 (продовження)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Lifetimes у структурах та 'static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Структури з посиланнями та lifetime bounds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struct&lt;'a&gt; • 'static • T: 'a • HRTB • subtyping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AgentView, MissionRef, StateSnapshot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2: Структури, 'static, bounds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Lifetimes у структурах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Методи структур з lifetimes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'static lifetime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String literals та 'static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'static у generics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T: 'static — що це означає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Lifetime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T: 'a bounds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Lifetime subtyping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Higher-Ranked Trait Bounds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🤖 AgentView pattern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MissionRef структура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StateSnapshot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Ітератор по агентах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Практичні поради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Коли уникати lifetimes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Lifetimes у структурах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з посиланнями ПОТРЕБУЄ lifetime параметр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ImportantExcerpt&lt;'a&gt;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не може пережити дані, на які посилається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novel = String::from("Call me Ishmael. Some years ago...");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first_sentence = novel.split('.').next().unwrap();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excerpt = ImportantExcerpt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part: first_sentence,  // Посилання на частину novel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excerpt.part);  // ✓ OK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excerpt живе не довше за novel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drop(novel);  // Якби тут — excerpt став би dangling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Lifetime параметр структури = "я не переживу дані, на які посилаюсь"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Структури з кількома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Різні поля можуть мати різні lifetimes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TwoRefs&lt;'a, 'b&gt;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first: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second: &amp;'b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s1 = String::from("hello");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s2 = String::from("world");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two = TwoRefs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first: &amp;s1,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second: &amp;s2,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two.first;  // first має lifetime 'a (s1)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s2 dropped, але result валідний!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result);  // "hello" — все ще валідний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Якби result = two.second — компілятор не дозволив би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бо second прив'язаний до s2, який вже dropped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Методи структур з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Excerpt&lt;'a&gt;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impl теж потребує lifetime параметр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impl&lt;'a&gt; Excerpt&lt;'a&gt;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Конструктор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new(text: &amp;'a str)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Excerpt { text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Метод — elision працює! (правило 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first_word(&amp;self) -&gt; &amp;str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self.text.split_whitespace().next().unwrap_or("")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Явний lifetime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announce_and_return(&amp;self, announcement: &amp;str)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println!("Attention: {}", announcement);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self.text  // Повертаємо з lifetime 'a, не lifetime &amp;self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text = String::from("hello world");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ex = Excerpt::new(&amp;text);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ex.first_word());  // "hello"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 'static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'static — спеціальний lifetime, що означає: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"Дані живуть протягом всієї роботи програми"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Два контексти: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&amp;'static T — посилання на дані, що ніколи не звільняються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T: 'static — T не містить non-'static посилань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String literals —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s: &amp;'static str = "hello, world";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Літерал вбудований у бінарний файл — живе "вічно"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Константи —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GREETING: &amp;str = "Hello!";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PI: f64 = 3.14159;  // Теж 'static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Box::leak — створити 'static з heap даних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leaked: &amp;'static String = Box::leak(Box::new(String::from("leaked")));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Пам'ять ніколи не звільниться!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'static не означає "незмінний"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static mut існує (unsafe)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T: 'static у Generic контексті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T: 'static означає: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"T може бути owned типом АБО &amp;'static посиланням"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 означає "T є &amp;'static"!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thread::spawn вимагає T: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spawn_thread&lt;T: 'static + Send&gt;(data: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data може жити скільки завгодно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println!("Got data");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Owned типи — T: 'static 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spawn_thread(String::from("hello"));  // ✓ String: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spawn_thread(42i32);                   // ✓ i32: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spawn_thread(vec![1, 2, 3]);           // ✓ Vec&lt;i32&gt;: 'static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Посилання — НЕ 'static (якщо не &amp;'static)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String::from("temp");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spawn_thread(&amp;s);  // ❌ &amp;String не 'static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T: 'static — глибше розуміння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T: 'static означає одне з двох: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T — owned тип без посилань (String, Vec, i32...)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Такий T може жити скільки завгодно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T містить тільки 'static посилання (&amp;'static str)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Такі посилання теж "вічні"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8745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HasRef&lt;'a&gt;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HasRef&lt;'a&gt; НЕ: 'static (бо містить 'a посилання)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HasRef&lt;'static&gt;: 'static (бо посилання 'static)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needs_static&lt;T: 'static&gt;(x: T)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needs_static(42);                    // ✓ i32: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needs_static(String::from("hi"));   // ✓ String: 'static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needs_static("literal");            // ✓ &amp;'static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String::from("local");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needs_static(&amp;s);  // ❌ &amp;String не 'static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has_static = HasRef { data: "literal"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needs_static(has_static);  // ✓ HasRef&lt;'static&gt;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T: 'a означає "T живе принаймні 'a"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T містить посилання — вони мають жити &gt;= 'a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Wrapper&lt;'a, T: 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&amp;'a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T має жити принаймні 'a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impl&lt;'a, T: 'a&gt; Wrapper&lt;'a, 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new(value: &amp;'a T)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Wrapper { value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wrapper = Wrapper::new(&amp;num);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wrapper валідний поки живе num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T: 'a компілятор видав би помилку: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"the parameter type `T` may not live long enough"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Комбінування Lifetime та Trait Bounds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std::fmt::Debug;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Lifetime + trait bounds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print_ref&lt;'a, T: Debug + 'a&gt;(x: &amp;'a 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where clause для читабельності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complex&lt;'a, 'b, T, U&gt;(x: &amp;'a T, y: &amp;'b U) -&gt; &amp;'a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T: Debug + Clone + 'a,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U: Debug + 'b,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'b: 'a,  // 'b &gt;= 'a (b outlives 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println!("{:?}, {:?}", x, 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'b: 'a означає 'b &gt;= 'a ("b outlives a")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Тобто все, що живе 'b, живе і 'a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Практичний приклад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longest_with_announcement&lt;'a, T: Display&gt;(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ann: 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println!("Announcement: {}", ann);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x.len() &gt; y.len() { x } else { 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 Subtyping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Довший lifetime є subtype коротшого!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'long: 'short означає 'long &gt;= 'short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example&lt;'long, 'short&gt;(long_ref: &amp;'long str, short_ref: &amp;'short str)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'long: 'short,  // 'long outlives 'short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Можемо використати &amp;'long там, де очікується &amp;'short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s: &amp;'short str = long_ref;  // ✓ OK! coercion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Інтуїтивно: якщо щось живе довше — його можна використати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там, де потрібно щось, що живе коротше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'static — найдовший lifetime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'static: 'a для будь-якого 'a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takes_short&lt;'a&gt;(s: &amp;'a str) {}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static_str: &amp;'static str = "hello";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takes_short(static_str);  // ✓ 'static coerces to 'a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Higher-Ranked Trait Bounds (HRTB)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HRTB: for&lt;'a&gt; — "для будь-якого lifetime 'a"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Проблема: функція що приймає closure з посиланням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call_with_ref&lt;F&gt;(f: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F: Fn(&amp;i32) -&gt; i32,  // Який lifetime у &amp;i32?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f(&amp;x);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Rust автоматично розуміє це як: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call_with_ref&lt;F&gt;(f: 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F: for&lt;'a&gt; Fn(&amp;'a i32) -&gt; i32,  // Для БУДЬ-ЯКОГО 'a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x = 42;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f(&amp;x);  // Працює з локальним 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HRTB рідко потрібні явно — компілятор виводить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call_with_ref(|x| x + 1);  // ✓ Автоматично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for&lt;'a&gt; — "ця функція працює з посиланням будь-якого lifetime"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AgentView — view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View на стан агента (без копіювання)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AgentView&lt;'a&gt;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&amp;'a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Створити view на агента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view(&amp;self) -&gt; AgentView&lt;'_&gt;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AgentView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id: self.id,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&amp;self.name,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&amp;self.position,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self.battery,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 — ефективне, без копіювання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print_agent(view: AgentView&lt;'_&gt;)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println!("Agent {}: {} at {:?}, battery {}%",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view.id, view.name, view.position, view.battery);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agent = Agent::new(1, "Alpha");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print_agent(agent.view());  // View живе поки живе agent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MissionRef — посилання на місію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Посилання на активну місію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MissionRef&lt;'a&gt;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mission: &amp;'a Mission,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assigned_agents: &amp;'a [AgentId],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progress: &amp;'a MissionProgress,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impl&lt;'a&gt; MissionRef&lt;'a&gt;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Перевірити чи агент призначений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is_agent_assigned(&amp;self, agent_id: AgentId) -&gt;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self.assigned_agents.contains(&amp;agent_id)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прогрес у відсотках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progress_percent(&amp;self) -&gt; f32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self.progress.completed as f32 / self.progress.total as f32 * 100.0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Отримати назву місії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name(&amp;self) -&gt; &amp;'a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&amp;self.mission.name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Функція, що повертає MissionRef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get_active_mission&lt;'a&gt;(state: &amp;'a SwarmState) -&gt; Option&lt;MissionRef&lt;'a&gt;&gt;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state.active_mission.as_ref().map(|m| MissionRef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mission: 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assigned_agents: &amp;state.assigned_agents,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progress: &amp;state.mission_progress,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StateSnapshot — знімок стану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Знімок стану системи (zero-copy)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StateSnapshot&lt;'a&gt;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timestamp: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&amp;'a [Agent],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active_missions: &amp;'a [Mission],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world_map: &amp;'a WorldMap,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impl&lt;'a&gt; StateSnapshot&lt;'a&gt;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Створити snapshot поточного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capture(state: &amp;'a SystemState)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StateSnapshot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timestamp: current_time(),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&amp;state.agents,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active_missions: &amp;state.missions,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world_map: &amp;state.map,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Аналіз стану (read-only)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analyze(&amp;self) -&gt; AnalysisReport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AnalysisReport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agent_count: self.agents.len(),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active_agents: self.agents.iter().filter(|a| a.is_active()).count(),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mission_count: self.active_missions.len(),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coverage: self.calculate_coverage(),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Ітератор по агентах з lifetime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Ітератор по активних агентах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ActiveAgentsIter&lt;'a&gt;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&amp;'a [Agent],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index: usize,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impl&lt;'a&gt; ActiveAgentsIter&lt;'a&gt;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new(agents: &amp;'a [Agent])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ActiveAgentsIter { agents, index: 0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impl&lt;'a&gt; Iterator for ActiveAgentsIter&lt;'a&gt;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Item = &amp;'a Agent;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next(&amp;mut self) -&gt; Option&lt;Self::Item&gt;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self.index &lt; self.agents.len()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agent = &amp;self.agents[self.index];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self.index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agent.is_active()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Some(agent);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agent in ActiveAgentsIter::new(&amp;agents)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println!("Active: {}", agent.name);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Builder pattern з lifetimes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Builder для команди з посиланнями на ресурси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CommandBuilder&lt;'a&gt;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target: Option&lt;&amp;'a Position&gt;,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Vec&lt;&amp;'a Agent&gt;,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impl&lt;'a&gt; CommandBuilder&lt;'a&gt;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CommandBuilder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target: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priority: 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target(mut self, pos: &amp;'a Position)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self.target = Some(pos);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add_agent(mut self, agent: &amp;'a Agent)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self.agents.push(agent);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priority(mut self, p: u8) -&gt; Self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self.priority = 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build(self) -&gt; Result&lt;Command, BuildError&gt;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Ok(Command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target: self.target.ok_or(BuildError::NoTarget)?,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self.agents,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priority: self.priority,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уникати Lifetimes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8288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Lifetimes додають складність. Іноді краще owned типи: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lifetimes коли: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Дані великі (уникаємо копіювання)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Read-only доступ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View/Snapshot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Ітератори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Краще owned коли: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Дані малі (Clone дешевий)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Потрібна гнучкість lifetime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Дані потрібні в різних scopes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Структура буде в колекції надовго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788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Замість складних lifetimes: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Complex&lt;'a, 'b&gt; { a: &amp;'a str, b: &amp;'b str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Часто простіше owned: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Simple { a: String, b: String 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Anonymous Lifetime '_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'_ — "placeholder" lifetime, компілятор виведе сам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Wrapper&lt;'a&gt;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&amp;'a str,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Wrapper&lt;'_&gt; {  // '_ замість явного 'a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len(&amp;self) -&gt;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self.data.len()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коли lifetime очевидний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first_word(s: &amp;str) -&gt; &amp;str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 саме з '_: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first_word(s: &amp;'_ str) -&gt; &amp;'_ str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типах: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Wrapper&lt;'_&gt; = Wrapper { data: "hello" 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'_ каже: "тут є lifetime, але я не хочу називати його"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Lifetimes у Closures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Closures можуть захоплювати посилання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data = vec![1, 2, 3];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Closure захоплює &amp;data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print_data =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println!("{:?}", data);  // Borrow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print_data();  // ✓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print_data();  // ✓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data все ще доступна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move closure — ownership, не borrow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owned_closure = 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data);  // data moved into closure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більше недоступна тут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threads потрібен move (дані мають бути 'static)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closure володіє своїми даними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Порівняння підходів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201168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Підхід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Lifetime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Copy/Clone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Коли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&amp;T (borrow)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Read-only, temp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&amp;mut 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Modify, temp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 (owned)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Move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Transfer ownership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Clone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Independent copy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Shared ownership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Arc&lt;T&gt;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Thread-safe shared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View struct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Так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Zero-copy 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View з lifetime — ефективно, але обмежено scope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Практичні поради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Починайте без lifetime annotations — нехай elision працює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Додавайте annotations тільки коли компілятор вимагає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Читайте повідомлення компілятора — він підказує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Використовуйте '_ коли lifetime очевидний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View patterns для ефективного read-only доступу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ускладнюйте lifetime annotations без потреби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борітеся з borrow checker — можливо owned краще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'static без необхідності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Для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AgentView&lt;'a&gt; — для функцій аналізу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StateSnapshot&lt;'a&gt; — для read-only операцій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Owned типи — для даних, що передаються між потоками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Забули lifetime у struct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Bad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&amp;str  // ❌ Missing lifetime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Правильно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Good&lt;'a&gt;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&amp;'a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Плутати 'static з ownership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'static не робить owned!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s: &amp;'static str = "hi";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 — все ще посилання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Owned для threads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threads — owned типи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String::from("hi");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 });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 лекції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688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Lifetimes у структурах: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struct Name&lt;'a&gt; { field: &amp;'a T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Структура не переживає дані, на які посилається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'static lifetime: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Дані живуть "вічно" (літерали, константи)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T: 'static — T owned або містить 'static refs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Lifetime bounds: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T: 'a — T живе принаймні 'a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'a: 'b — 'a &gt;= 'b (outlives)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 patterns: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AgentView&lt;'a&gt; — ефективний 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StateSnapshot&lt;'a&gt; — zero-copy snapshot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Iterator з lifetime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Наступна лекція: Threads — багатопотоковість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Excerpt: Структура Excerpt&lt;'a&gt; з &amp;'a str.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Методи: new, first_word, word_count.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Longest: Функція longest_line&lt;'a&gt;(&amp;'a [&amp;'a str]) -&gt; &amp;'a 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Повертає найдовший рядок.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AgentView: Реалізуйте View pattern: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AgentView&lt;'a&gt; з посиланнями на поля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Метод view(&amp;self) для Agent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Функції аналізу що приймають AgentView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StateSnapshot: Структура з посиланнями на: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agents: &amp;'a [Agent]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missions: &amp;'a [Mission]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• Методи analyze, summary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Iterator: Створіть FilteredAgentsIter&lt;'a&gt; з предикатом.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🦀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Дякую за увагу!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D4D4"/>
                </a:solidFill>
              </a:rPr>
              <a:t>Lifetimes • 'static • bounds • View patterns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C9B0"/>
                </a:solidFill>
              </a:rPr>
              <a:t>Питання?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Lifetimes Частина 2</dc:title>
  <dc:subject>PptxGenJS Presentation</dc:subject>
  <dc:creator>О.С. Бичков</dc:creator>
  <cp:lastModifiedBy>О.С. Бичков</cp:lastModifiedBy>
  <cp:revision>1</cp:revision>
  <dcterms:created xsi:type="dcterms:W3CDTF">2026-01-02T18:09:07Z</dcterms:created>
  <dcterms:modified xsi:type="dcterms:W3CDTF">2026-01-02T18:09:07Z</dcterms:modified>
</cp:coreProperties>
</file>