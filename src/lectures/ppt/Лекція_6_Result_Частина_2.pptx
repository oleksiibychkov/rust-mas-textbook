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6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Обробка помилок: Result&lt;T, E&gt;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Безпечна обробка помилок без exceptions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Ok • Err • ? оператор • власні помилки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виконання команд, валідація, обробка місій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Result та оператор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2: Result)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Проблема exceptions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Що таке Result&lt;T, E&gt;?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Ok та Err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Pattern matching з 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Методи 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Оператор 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Проброс помилок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Конвертація помилок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Власні типи помилок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thiserror та anyhow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Виконання команд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Валідація даних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Обробка місій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Комунікація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Option vs 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Практичні поради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 exceptions в інших мовах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6459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❌ Проблеми з exceptions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Неочевидно, де може виникнути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Прихований control 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Забуті catch блоки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Performance overhead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"Exception safety" складно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Java / 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= open(path);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file.read();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(IOException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Що робити?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Ловимо все?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15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</a:rPr>
              <a:t>Rust: немає exceptions! Замість цього — Result&lt;T, 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</a:rPr>
              <a:t>• Помилка — це значення, що повертається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</a:rPr>
              <a:t>• Компілятор змушує обробити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Result&lt;T, E&gt;?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Result&lt;T, E&gt; — enum для операцій, що можуть провалитись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 — тип успішного результату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 — тип помилки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Result&lt;T, 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Ok(T),   // Успіх — містить результат типу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Err(E),  // Помилка — містить помилку типу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93192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Ok(T)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Операція успішна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Містить результат типу 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41148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</a:rPr>
              <a:t>Err(E)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Операція провалилась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Містить опис помилки типу 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Result знаходиться в prelude — не потрібно use!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Result в дії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std::fs::File;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std::io::Read;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Функція, що може провалитись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read_file(path: &amp;str) -&gt; Result&lt;String, std::io::Error&gt;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file = File::open(path)?;  // ? — проброс помилки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contents = String::new();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file.read_to_string(&amp;mut contents)?;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Ok(contents)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read_file("config.txt")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Ok(contents) =&gt; println!("Вміст: {}", contents),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Err(error) =&gt; println!("Помилка: {}", error),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ЗМУШУЄ обробити обидва варіанти!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Pattern matching з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divide(a: i32, b: i32) -&gt; Result&lt;i32, String&gt;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== 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Err(String::from("Division by zero"))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Ok(a /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match — повна обробка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divide(10, 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Ok(result) =&gt; println!("Результат: {}", result),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 =&gt; println!("Помилка: {}", 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let — тільки один варіант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Ok(result) = divide(10, 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println!("Результат: {}", 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else (Rust 1.65+) — обробка помилки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Ok(result) = divide(10, 2)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println!("Помилка!");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unwrap та expect для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unwrap() — паніка при Err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Result&lt;i32, &amp;str&gt; = Ok(42);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x.unwrap()  // 42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Result&lt;i32, &amp;str&gt; = Err("oops");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y.unwrap()  // ❌ panic!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3716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expect(msg) — паніка з повідомленням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config = load_config()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.expect("Failed to load config");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 Err: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panic: "Failed to load config: ..."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Безпечні альтернативи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result.unwrap_or(default_value)      // Ok → value, Err →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result.unwrap_or_else(|e| handle(e)) // Ok → value, Err → compute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result.unwrap_or_default()           // Ok → value, Err → Default::default()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ok() — Result → Option (відкидає помилку)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maybe: Option&lt;i32&gt; = result.ok();  // Err → None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map та map_err — трансформація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map — трансформує 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Result&lt;i32, &amp;str&gt; = Ok(5);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x.map(|n| n *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Ok(10)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err: Result&lt;i32, &amp;str&gt; = Err("oops");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err.map(|n| n *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Err("oops") — не змінилось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map_err — трансформує Err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Result&lt;i32, i32&gt; = Err(5);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x.map_err(|e| e *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Err(10)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Конвертація типу помилки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result.map_err(|e| format!("Error: {}", e))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and_then — ланцюжок операцій (як flatMap)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double(x: i32) -&gt; Result&lt;i32, String&gt; { Ok(x * 2)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stringify(x: i32) -&gt; Result&lt;String, String&gt; { Ok(x.to_string())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Result&lt;String, String&gt; = Ok(5)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.and_then(double)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.and_then(stringify);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Ok("10")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Оператор ? — елегантний проброс помилок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? — "якщо Err, поверни помилку з функції; якщо Ok, продовжуй"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</a:rPr>
              <a:t>Без ?  (verbose)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process() -&gt; Result&lt;i32,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match step1()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Ok(v) =&gt; 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Err(e) =&gt; return Err(e),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y = match step2(x)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Ok(v) =&gt; 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Err(e) =&gt; return Err(e),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З ?  (concise)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process() -&gt; Result&lt;i32,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step1()?;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y = step2(x)?;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навіть так: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process() -&gt; Result&lt;i32,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Ok(step2(step1()?)?)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? працює тільки у функціях, що повертають Result (або Option)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Оператор ? в main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Стандартний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? не можна тут, бо main повертає 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 з Result — можна використовувати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-&gt; Result&lt;(), Box&lt;dyn std::error::Error&gt;&gt;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config = load_config()?;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read_file(&amp;config.path)?;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process_data(&amp;data)?;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 помилці програма завершиться з повідомленням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Альтернатива: anyhow::Result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anyhow::Result;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-&gt; Result&lt;()&gt;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Конвертація помилок з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std::io;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std::num::ParseIntError;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Власний тип помилки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MyError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Io(io::Error),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Parse(ParseIntError),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Імплементуємо From для автоматичної конвертації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From&lt;io::Error&gt; for MyError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from(e: io::Error)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MyError::Io(e)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From&lt;ParseIntError&gt; for MyError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from(e: ParseIntError)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MyError::Parse(e)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? автоматично конвертує помилки!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read_number(path: &amp;str) -&gt; Result&lt;i32, MyError&gt;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contents = std::fs::read_to_string(path)?;  // io::Error → MyError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num = contents.trim().parse()?;              // ParseIntError → MyError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Ok(num)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Створення власних типів помилок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std::fmt;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std::error::Error;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NotFound(u32),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 { id: u32, level: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CommunicationFailed(String),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InvalidCommand,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Display — для користувача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fmt::Display for DroneError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fmt::Formatter) -&gt; 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DroneError::NotFound(id) =&gt; write!(f, "Drone {} not found", 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DroneError::LowBattery { id, level } =&gt;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write!(f, "Drone {} has low battery: {}%", id, level),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DroneError::CommunicationFailed(msg) =&gt;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write!(f, "Communication failed: {}", msg),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DroneError::InvalidCommand =&gt; write!(f, "Invalid command"),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 trait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Error for DroneError {}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thiserror — спрощення власних помилок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thiserror::Error;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#[derive(Error, 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#[error("Drone {0} not found")]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NotFound(u32),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#[error("Drone {id} has low battery: {level}%")]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 { id: u32, level: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#[error("Communication failed: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CommunicationFailed(String),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#[error("Invalid command")]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InvalidCommand,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Автоматична конвертація з std::io::Error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#[error("IO error: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Io(#[from] std::io::Error),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send_command(drone_id: u32) -&gt; Result&lt;(), DroneError&gt;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drone = find_drone(drone_id)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.ok_or(DroneError::NotFound(drone_id))?;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anyhow — швидка обробка помилок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anyhow::{Result, Context, anyhow, bail};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anyhow::Result&lt;T&gt; = Result&lt;T, anyhow::Error&gt;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load_mission(path: &amp;str) -&gt; Result&lt;Mission&gt;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contents = std::fs::read_to_string(path)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.context("Failed to read mission file")?;  // Додає контекст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mission: Mission = serde_json::from_str(&amp;contents)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.context("Failed to parse mission JSON")?;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mission.waypoints.is_empty()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bail!("Mission has no waypoints");  // Повертає Err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mission.priority &gt; 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Err(anyhow!("Invalid priority: {}", mission.priority));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Ok(mission)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anyhow ідеальний для applications (не libraries)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thiserror — для бібліотек (структуровані помилки), anyhow — для застосунків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Виконання команд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#[derive(Error, 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CommandError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#[error("Drone {0} not found")]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DroneNotFound(u32),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#[error("Drone {0} is offline")]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DroneOffline(u32),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#[error("Invalid command for drone state: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InvalidState(String),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#[error("Command timeout after {0}ms")]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Timeout(u64),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execute_command(&amp;mut self, drone_id: u32, cmd: Command) -&gt; Result&lt;(), CommandError&gt;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drone = self.drones.get_mut(&amp;drone_id)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.ok_or(CommandError::DroneNotFound(drone_id))?;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!drone.is_online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Err(CommandError::DroneOffline(drone_id));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!drone.can_execute(&amp;cmd)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Err(CommandError::InvalidState(format!("{:?}", drone.state)));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drone.execute(cmd);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Валідація даних місії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#[derive(Error, 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ValidationError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#[error("Mission name cannot be empty")]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#[error("At least one waypoint required")]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NoWaypoints,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#[error("Waypoint {0} is out of bounds")]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OutOfBounds(usize),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#[error("Priority must be 1-10, got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InvalidPriority(u8),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validate_mission(mission: &amp;Mission) -&gt; Result&lt;(), ValidationError&gt;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mission.name.is_empty()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Err(ValidationError::EmptyName);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mission.waypoints.is_empty()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Err(ValidationError::NoWaypoints);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(i, wp) in mission.waypoints.iter().enumerate()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!wp.is_valid()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Err(ValidationError::OutOfBounds(i));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mission.priority &lt; 1 || mission.priority &gt; 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Err(ValidationError::InvalidPriority(mission.priority));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Повний цикл обробки місії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process_mission(swarm: &amp;mut Swarm, mission: Mission) -&gt; Result&lt;MissionResult, MissionError&gt;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Валідація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validate_mission(&amp;mission)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.map_err(MissionError::Validation)?;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Знайти доступних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available = swarm.find_available_drones(mission.required_count)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.ok_or(MissionError::InsufficientDrones)?;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3. Призначити місію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drone_id in &amp;available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swarm.assign_mission(*drone_id, mission.id)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.map_err(|e| MissionError::Assignment(*drone_id, e))?;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4. Запустити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swarm.execute_mission(mission.id)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.map_err(MissionError::Execution)?;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5. Зібрати результати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report = swarm.collect_results(mission.id)?;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Ok(MissionResult { mission_id: mission.id, drones: available, report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Обробка помилок комунікації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#[derive(Error, 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CommError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#[error("Connection to {0} failed")]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ConnectionFailed(u32),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#[error("Timeout waiting for response from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Timeout(u32),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#[error("Invalid message format: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InvalidFormat(String),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#[error("Encryption error: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Encryption(String),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send_message(&amp;self, target: u32, msg: Message) -&gt; Result&lt;Response, CommError&gt;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Встановити з'єднання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conn = self.comm.connect(target)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CommError::ConnectionFailed(target))?;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Зашифрувати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encrypted = self.crypto.encrypt(&amp;msg)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.map_err(|e| CommError::Encryption(e.to_string()))?;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Відправити і чекати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response = conn.send_and_wait(encrypted, Duration::from_secs(5))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CommError::Timeout(target))?;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Ok(response)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Graceful degradation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позицію з fallback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get_position(&amp;self) -&gt;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Спробувати GPS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Ok(pos) = self.gps.read()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pos;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Fallback на інерційну навігацію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Ok(pos) = self.ins.estimate()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pos;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Остання відома позиція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self.last_known_position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Виконати з retry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execute_with_retry&lt;F, T, E&gt;(&amp;self, f: F, max_retries: u32) -&gt; Result&lt;T, 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F: Fn() -&gt; Result&lt;T, 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last_err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_ in 0..max_retries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f()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Ok(result) =&gt; return Ok(result),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Err(e) =&gt; last_err = Some(e),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Err(last_err.unwrap())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Option vs Result: коли що?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94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Option&lt;T&gt;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Коли відсутність — НЕ помилка: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Пошук: може не знайти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Опціональні поля структур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Перший/останній елемент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Значення за замовчуванням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find_drone() → Option&lt;&amp;Drone&gt;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HashMap::get() → Option&lt;&amp;V&gt;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Vec::first() → Option&lt;&amp;T&gt;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2194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422B"/>
                </a:solidFill>
              </a:rPr>
              <a:t>Result&lt;T, E&gt;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Коли є конкретна ПОМИЛКА: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I/O операції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Парсинг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Валідація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Мережеві запити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File::open() → Result&lt;File, Error&gt;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str::parse() → Result&lt;T, ParseError&gt;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send_command() → Result&lt;(), CmdError&gt;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Правило: Option коли "може бути", Result коли "може провалитись"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методи Result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is_ok() / is_err()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Перевірка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ok() / err()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Конвертація в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Option&lt;T&gt; / Option&lt;E&gt;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unwrap() / expect()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Витягти або panic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unwrap_or(def)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Витягти або default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map(f)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Трансформувати 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Result&lt;U, E&gt;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map_err(f)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Трансформувати Err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Result&lt;T, F&gt;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and_then(f)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Ланцюжок операцій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Result&lt;U, E&gt;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?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Проброс помилки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 або return Err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поради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Завжди обробляйте помилки явно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? для проброса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Створюйте власні типи помилок для бібліотек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thiserror для бібліотек, anyhow для apps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Документуйте можливі помилки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Уникайте unwrap() у production коді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помилки через .ok()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перетворюйте все на String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Структуровані помилки для діагностики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Graceful degradation де можливо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Retry з exponential backoff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Логування всіх помилок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Option&lt;T&gt; — відсутність значення: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Some(value) /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Заміна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map, and_then, unwrap_or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Result&lt;T, E&gt; — помилки: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Ok(value) / Err(error)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Заміна exceptions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Оператор ? для проброса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Власні помилки: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enum з варіантами помилок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thiserror / anyhow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валідація команд, обробка місій, комунікація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Traits — поліморфізм у Rust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Базове: Створіть функцію divide(a, b) → Result&lt;f64, String&gt;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Обробіть ділення на нуль.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Парсинг: Напишіть parse_drone_status(s: &amp;str) → Result&lt;DroneStatus, ParseError&gt;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Парсіть формат: "id:123,battery:85,state:active"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Валідатор місій: Реалізуйте повну валідацію Mission: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Перевірка всіх полів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Власний enum ValidationError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Колекція помилок (не тільки перша)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Команди: Система виконання команд: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CommandResult з Ok/Err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Retry логіка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Timeout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Logging помилок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Option&lt;T&gt; • Result&lt;T, E&gt; • Оператор 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та Result Частина 2</dc:title>
  <dc:subject>PptxGenJS Presentation</dc:subject>
  <dc:creator>О.С. Бичков</dc:creator>
  <cp:lastModifiedBy>О.С. Бичков</cp:lastModifiedBy>
  <cp:revision>1</cp:revision>
  <dcterms:created xsi:type="dcterms:W3CDTF">2026-01-02T17:11:06Z</dcterms:created>
  <dcterms:modified xsi:type="dcterms:W3CDTF">2026-01-02T17:11:06Z</dcterms:modified>
</cp:coreProperties>
</file>