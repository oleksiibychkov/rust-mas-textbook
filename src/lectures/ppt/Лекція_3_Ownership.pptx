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E422B"/>
                </a:solidFill>
              </a:rPr>
              <a:t>Ownership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08080"/>
                </a:solidFill>
              </a:rPr>
              <a:t>Система володіння — серце Rust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</a:rPr>
              <a:t>Move • Copy • Clone • Drop • Borrowing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Лекція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Бичков Олексій Сергійович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Кафедра теоретичної кібернетики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Чому Ownership — найважливіша тема?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Ownership — це те, що робить Rust унікальним серед мов програмування.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Це система керування пам'яттю, яка: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Не потребує збирача сміття (Garbage Collector)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Гарантує відсутність витоків пам'яті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Запобігає data races на етапі компіляції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Забезпечує memory safety без runtime overhead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Якщо ви зрозумієте Ownership — ви зрозумієте Rust.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Якщо ні — будете постійно "боротися" з компілятором.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⚠️ Ця лекція потребує уважного вивчення.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Перегляньте її кілька разів, поки концепції не стануть інтуїтивними.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Зміст лекції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1: Проблема керування пам'яттю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Як інші мови вирішують цю проблему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Чому Rust обрав інший шлях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2: Три правила Ownership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Кожне значення має власника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Тільки один власник одночасно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Значення звільняється при виході власника зі scope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3: Move — передача володіння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Що таке move semantics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String vs &amp;str — глибоке пояснення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4: Copy та Clone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Які типи копіюються автоматично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Як явно клонувати дані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5: Borrowing — запозичення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Посилання &amp;T та &amp;mut 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Правила borrowing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6: Практика з помилками компілятора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Цілі лекції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</a:rPr>
              <a:t>Після цієї лекції ви зможете: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Пояснити три правила ownership своїми словами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Розуміти різницю між move та copy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Знати, які типи копіюються, а які переміщуються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Використовувати Clone для явного копіювання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Розуміти borrowing (&amp;T та &amp;mut T)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Читати та виправляти помилки borrow checker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Писати код, що "дружить" з ownership системою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Проблема керування пам'яттю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Як різні мови вирішують цю проблему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керування пам'яттю?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Програма використовує пам'ять для зберігання даних.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Коли дані більше не потрібні — пам'ять треба звільнити.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Ключові питання: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Коли виділяти пам'ять?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Коли звільняти пам'ять?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Хто відповідальний за звільнення?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Проблеми при неправильному керуванні: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393192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231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47"/>
                </a:solidFill>
              </a:rPr>
              <a:t>Memory Leak (витік)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Пам'ять виділена, але ніколи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не звільняється. Програма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"з'їдає" всю пам'ять.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2377440"/>
            <a:ext cx="393192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24231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47"/>
                </a:solidFill>
              </a:rPr>
              <a:t>Use After Free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2651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Пам'ять звільнена, але програма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намагається її використати.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Сегфолт або вразливість.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Double Free — звільнення тієї самої пам'яті двічі → невизначена поведінка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Підхід C: Ручне керування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&lt;string.h&gt;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Виділяємо пам'ять вручну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char* message = malloc(100);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strcpy(message, "Hello, World!");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printf("%s\n", message);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ОБОВ'ЯЗКОВО звільнити!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free(message);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Небезпека: message все ще вказує на звільнену пам'ять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printf("%s\n", message);  // Use After Free!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Небезпека: подвійне звільнення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free(message);  // Double Free!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186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C: повний контроль, але вся відповідальність на програмісті.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Одна помилка — і вразливість безпеки або крах програми.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Підхід Java/Python/Go: Garbage Collector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— GC автоматично звільняє пам'ять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message = new String("Hello, World!");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System.out.println(message);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Не потрібно нічого звільняти!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GC сам знайде і очистить, коли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більше не використовується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— теж GC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"Hello, World!"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print(message)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Автоматичне очищення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Переваги GC: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Простота — не думаєш про пам'ять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Безпека — немає use after free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2926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47"/>
                </a:solidFill>
              </a:rPr>
              <a:t>Недоліки GC: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Паузи — GC зупиняє програму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Накладні витрати — більше пам'яті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Непередбачуваність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Підхід Rust: Ownership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Rust обрав третій шлях: Ownership System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Ідея: компілятор СТАТИЧНО (на етапі компіляції) відстежує,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хто "володіє" кожним значенням, і автоматично вставляє код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звільнення пам'яті в потрібних місцях.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message = String::from("Hello, World!");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message);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Тут message виходить зі scope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Rust АВТОМАТИЧНО звільняє пам'ять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Ніякого GC, ніякого ручного free!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6499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✓ Безпека як у GC  +  ✓ Швидкість як у C  +  ✓ Нуль накладних витрат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Порівняння трьох підходів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Підхід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Безпека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344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Швидкість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9224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Простота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C (ручне)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❌ Низька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Максимальна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❌ Складно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Java/Python (GC)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Висока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❌ Паузи GC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Просто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Rust (Ownership)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Висока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Максимальна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⚠️ Треба вчити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Rust вимагає зусиль на початку, але дає найкращий результат: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Компілятор перевіряє все за вас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Якщо код скомпілювався — він безпечний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Жодних сюрпризів у runtime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Три правила Ownership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Фундамент системи володіння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Правило 1: Кожне значення має власника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Кожне значення в Rust має змінну, яка називається його власником (owner).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^   ^^^^^^^^^^^^^^^^^^^^^^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|   значення (дані на heap)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власник (змінна 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42;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^   ^^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|   значення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власник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Метафора: уявіть, що кожен ресурс — це фізичний об'єкт (наприклад, ключі).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Ключі завжди хтось тримає — вони не висять у повітрі.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s — це "рука", що тримає рядок "hello"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x — це "рука", що тримає число 42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Правило 2: Тільки один власник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У кожен момент часу може бути тільки ОДИН власник значення.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s1;  // Володіння ПЕРЕХОДИТЬ від s1 до s2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s1 більше НЕ є власником!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println!("{}", s1);  // ❌ ПОМИЛКА компіляції!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s2);     // ✓ OK — s2 тепер власник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Метафора: ви передаєте ключі іншій людині.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Тепер ви не можете відкрити двері — ключі вже не у вас.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Це називається MOVE (переміщення) — значення "переїхало"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від одного власника до іншого.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Правило 3: Drop при виході зі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Коли власник виходить зі scope (області видимості),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значення автоматично звільняється (викликається drop).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  // Починається новий scope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println!("{}", 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 // s виходить зі scope → drop викликається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Пам'ять автоматично звільнена!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 тут не існує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println!("{}", s);  // ❌ ПОМИЛКА!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Після } компілятор автоматично вставляє: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drop(s);  // звільняє пам'ять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Scope (область видимості)?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Scope — це регіон коду, де змінна є дійсною (valid).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                    // main scope починається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 = 1;                 // a дійсна з цього моменту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                         // внутрішній scope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b = 2;             // b дійсна тут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 {}", a, b);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                        // b виходить зі scope, drop(b)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println!("{}", b);      // ❌ b вже не існує!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a);         // ✓ a ще дійсна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   // a виходить зі scope, drop(a)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Scope визначається фігурними дужками {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Кожна функція, if, loop, match, блок { } — створює новий scope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Три правила Ownership — підсумок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73152" cy="54864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D4D4"/>
                </a:solidFill>
              </a:rPr>
              <a:t>1. Кожне значення має власника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54864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D4D4"/>
                </a:solidFill>
              </a:rPr>
              <a:t>2. Тільки один власник у кожен момент часу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03120"/>
            <a:ext cx="73152" cy="54864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D4D4"/>
                </a:solidFill>
              </a:rPr>
              <a:t>3. Коли власник виходить зі scope — значення звільняється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Ці три правила — все, що потрібно знати про Ownership.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Решта — це наслідки цих правил.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Rust перевіряє дотримання цих правил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на етапі компіляції — тому немає runtime помилок!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Move — передача володіння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Що відбувається при присвоєнні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Нагадування: Stack vs Heap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Stack (Стек)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Фіксований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Швидкий доступ (LIFO)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Автоматичне керування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Локальні змінні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Типи: i32, f64, bool, char,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  [T; N], (T1, T2),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  struct без heap полів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Heap (Купа)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Динамічний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Повільніший доступ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Потребує керування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Дані "живуть" довше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Типи: String, Vec&lt;T&gt;,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  Box&lt;T&gt;, HashMap,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  будь-що з alloc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Ownership важливий саме для heap даних — там реальне виділення/звільнення пам'яті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String — як влаштований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String — це структура з трьох полів на стеку + дані на heap: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String::from("hello");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(s):                      Heap: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┌────────────┐                  ┌───┬───┬───┬───┬───┐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ptr    ────┼─────────────────→│ h │ e │ l │ l │ o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├────────────┤                  └───┴───┴───┴───┴───┘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len: 5     │                  (5 байт даних)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capacity: 5│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(24 байти на stack)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ptr — вказівник на дані в heap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len — поточна довжина рядка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capacity — скільки виділено пам'яті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відбувається при move?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s1;  // MOVE!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920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move:                          Після move: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s1: ┌────────┐                    s1: (недійсний)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ptr ───┼──→ "hello" 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len: 5 │                    s2: ┌────────┐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cap: 5 │                        │ ptr ───┼──→ "hello"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└────────┘                        │ len: 5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│ cap: 5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└────────┘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Копіюються тільки 24 байти на stack (ptr, len, cap).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Дані на heap НЕ копіюються — просто "передаємо ключі".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47"/>
                </a:solidFill>
              </a:rPr>
              <a:t>s1 стає недійсним — компілятор забороняє його використання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Чому Rust не копіює heap дані?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Якби Rust копіював дані на heap при присвоєнні: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Проблема 1: Повільно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Копіювання 1GB даних при кожному присвоєнні = катастрофа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Проблема 2: Double Free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Якщо s1 і s2 вказують на ту саму пам'ять: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- s1 виходить зі scope → free()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- s2 виходить зі scope → free() ← 💥 Double Free!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Проблема 3: Data Race (при багатопотоковості)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Два власники можуть одночасно змінювати ті самі дані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Рішення Rust: при присвоєнні — MOVE (переміщення), не copy.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Старий власник "забуває" про дані → проблеми зникають!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Move при передачі в функцію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Передача значення у функцію — це теж move: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take_ownership(s: String)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s виходить зі scope, drop(s)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take_ownership(s1);  // s1 переміщується у функцію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println!("{}", s1);  // ❌ ПОМИЛКА!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s1 вже не дійсний — його "забрала" функція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Функція "забирає" значення у власність.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Після виклику функції — значення належить їй, не вам.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Move при поверненні з функції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Повернення значення — теж передача володіння: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create_string() -&gt; String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 // Володіння передається назовні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// s НЕ знищується — воно "вийшло" з функції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take_and_give_back(s: String) -&gt; String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println!("Отримав: {}", 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 // Повертаємо володіння назад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s1 = create_string();        // s1 отримує володіння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s2 = take_and_give_back(s1); // s1 → функція → s2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s2);  // ✓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s1 недійсний, але s2 — дійсний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String vs &amp;str — ключова різниця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2194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String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Володіє даними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Дані на heap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Може змінюватись (mut)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Може зростати/зменшуватись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При присвоєнні — MOVE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let s = String::from("hi");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let s2 = s;  // move!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2194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DCAA"/>
                </a:solidFill>
              </a:rPr>
              <a:t>&amp;str (string slice)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 володіє —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"Дивиться" на дані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Read-only (іммутабельний)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Фіксований розмір погляду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При присвоєнні — COPY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let s: &amp;str = "hi";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let s2 = s;  // copy!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"hello" (літерал) — це &amp;str, що вказує на дані в бінарнику програми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Copy та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Типи, що копіюються vs типи, що переміщуються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Copy trait — автоматичне копіювання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Деякі типи НЕ переміщуються, а КОПІЮЮТЬСЯ при присвоєнні: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x;  // COPY! (не move)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println!("x = {}", x);  // ✓ OK!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println!("y = {}", y);  // ✓ OK!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Обидві змінні дійсні — кожна має свою копію числа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Copy типи — це типи, які: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Живуть повністю на stack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Копіювання — просте побітове копіювання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Копіювання швидке і дешеве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Copy — це trait (інтерфейс), який позначає такі типи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Які типи мають Copy?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9955"/>
                </a:solidFill>
              </a:rPr>
              <a:t>Copy типи (копіюються автоматично):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Усі цілі числа: i8, i16, i32, i64, i128, isize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               u8, u16, u32, u64, u128, usize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Числа з плаваючою точкою: f32, f64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Булеві: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Символи: char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Кортежі з Copy типів: (i32, f64), (bool, char)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Масиви з Copy типів: [i32; 10], [f64; 3]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Посилання: &amp;T (завжди Copy)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4747"/>
                </a:solidFill>
              </a:rPr>
              <a:t>НЕ Copy типи (move при присвоєнні):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String, Vec&lt;T&gt;, HashMap, Box&lt;T&gt;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Будь-що, що виділяє heap пам'ять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Структури з не-Copy полями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Чому не всі типи Copy?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Copy можуть мати тільки типи з "простим" копіюванням: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i32 — 4 байти на stack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Копіювання = просто скопіювати 4 байти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i32 = 42;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x;  // Швидко! Просто 4 байти.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 — ptr + len + cap на stack, дані на heap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"Копіювання" потребувало б виділення нової heap пам'яті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s1;  // Якби це було Copy: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// 1. Виділити heap пам'ять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// 2. Скопіювати дані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// 3. Це ДОРОГО!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Copy — це "дешева" операція, яка не може провалитись.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Виділення heap пам'яті — "дорога" операція, яка може провалитись.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Тому типи з heap даними НЕ Copy.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Clone trait — явне копіювання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Якщо потрібна копія не-Copy типу — використовуйте .clone():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s1.clone();  // ЯВНЕ глибоке копіювання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println!("s1 = {}", s1);  // ✓ OK!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println!("s2 = {}", s2);  // ✓ OK!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є ДВІ незалежні копії "hello" на heap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82296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60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Clone vs Copy: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Copy — автоматичне, неявне, дешеве (побітове копіювання)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Clone — явне (.clone()), може бути дороге (глибоке копіювання)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Типи з Copy автоматично мають Clone.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Типи з Clone не обов'язково мають Copy.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Clone — що відбувається в пам'яті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s1.clone();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Після clone():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s1: ┌────────┐                s2: ┌────────┐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ptr ───┼──→ "hello"         │ ptr ───┼──→ "hello"  ← НОВА копія!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len: 5 │        ↑           │ len: 5 │        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cap: 5 │        │           │ cap: 5 │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└────────┘        │           └────────┘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│          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Heap блок 1                   Heap блок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Дві НЕЗАЛЕЖНІ копії даних. Кожна звільниться окремо.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.clone() виділяє нову пам'ять — це може бути повільно для великих даних!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Додавання Copy/Clone до власних типів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Структура з Copy полями може бути Copy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#[derive(Copy, Clone, Debug)]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f64,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f64,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p1 = Point { x: 1.0, y: 2.0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p2 = p1;  // COPY! (бо Point: Copy)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p1);  // ✓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p2);  // ✓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Не можна додати Copy, якщо є не-Copy поля: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#[derive(Copy, Clone)]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struct Person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name: String,  // String не Copy!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Copy vs Clone — підсумок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Аспект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868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Copy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35040" y="868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Clone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161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Як викликається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0" y="12161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Автоматично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0" y="12161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Явно: .clone()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276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Швидкість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4640" y="16276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Завжди швидко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0" y="16276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Може бути повільно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391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Що копіює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20391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Побітово (stack)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20391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Глибоко (heap теж)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505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Може провалитись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4640" y="24505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Ні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24505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Так (нема пам'яті)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8620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Приклади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34640" y="286207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i32, f64, bool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286207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String, Vec&lt;T&gt;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Правило: якщо тип Copy — присвоєння копіює.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         Якщо ні — присвоєння переміщує (move).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         Якщо потрібна копія — викличте .clone() явно.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Borrowing — запозичення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Доступ до даних без передачі володіння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Проблема: як передати дані без втрати?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Move в функцію "забирає" значення. Але що якщо воно ще потрібне?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calculate_length(s: String) -&gt; usize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s.len()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s знищується тут!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len = calculate_length(s1);  // s1 переміщено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Хочемо ще використати s1...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println!("Рядок '{}' має довжину {}", s1, len);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                                   ^^ ❌ ПОМИЛКА!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Незручне рішення: повертати значення назад кожного разу: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calculate_length(s: String) -&gt; (String, usize)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len = s.len();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(s, len)  // Повертаємо і рядок, і довжину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Громіздко!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Рішення: Borrowing (запозичення)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Замість передачі володіння — "позичаємо" посиланням: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calculate_length(s: &amp;String) -&gt; usize {  // &amp;String — посилання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s.len()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s (посилання) виходить зі scope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Але дані НЕ звільняються — ми не власники!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len = calculate_length(&amp;s1);  // &amp;s1 — позичаємо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s1 все ще дійсний!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println!("Рядок '{}' має довжину {}", s1, len);  // ✓ OK!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54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&amp; — створює посилання (reference) на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&amp;s1 — "позичити s1 для читання"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Borrowing — візуалізація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len = calculate_length(&amp;s1);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 час виклику функції: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s1: ┌────────┐       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ptr ───┼──→ "hello"        ← Дані залишаються!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len: 5 │        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cap: 5 │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└────────┘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↑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&amp;s1 ─┘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(посилання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у функції)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Функція "бачить" дані через посилання, але не володіє ними.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Посилання — як "погляд" на дані без права забрати їх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Іммутабельні посилання &amp;T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&amp;T — посилання тільки для читання: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r1 = &amp;s;  //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r2 = &amp;s;  // OK — можна багато &amp;T одночасно!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r3 = &amp;s;  //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println!("{}, {}, {}", r1, r2, r3);  // ✓ Всі читають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Але не можна змінювати через &amp;T: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r1.push_str(" world");  // ❌ ПОМИЛКА!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Правило для &amp;T: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Можна мати СКІЛЬКИ ЗАВГОДНО іммутабельних посилань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 можна змінювати дані через &amp;T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Мутабельні посилання &amp;mut 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&amp;mut T — посилання для читання І запису: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add_world(s: &amp;mut String)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s.push_str(" world");  // ✓ Можемо змінювати!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 = String::from("hello");  // mut!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add_world(&amp;mut s);  // Передаємо мутабельне посилання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s);  // "hello world"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229600" cy="960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Для &amp;mut T потрібно: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Змінна має бути mut: let mut s =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Посилання створюється як &amp;mut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Параметр функції: &amp;mut String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Головне правило Borrowing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В один момент часу можна мати АБО: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• Скільки завгодно іммутабельних посилань &amp;T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• ОДНЕ мутабельне посилання &amp;mut 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4747"/>
                </a:solidFill>
              </a:rPr>
              <a:t>Ніколи обидва одночасно!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 = String::from("hello");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&amp;s;      // OK — іммутабельне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&amp;s;      // OK — ще одне іммутабельне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r3 = &amp;mut s;  // ❌ ПОМИЛКА!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можна &amp;mut поки існують &amp;T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println!("{}, {}", r1, r2);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r1 і r2 більше не використовуються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r3 = &amp;mut s;  // ✓ OK — тепер можна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r3.push_str("!");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r3);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Чому таке обмеження?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 правило запобігає DATA RACE на етапі компіляції: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47"/>
                </a:solidFill>
              </a:rPr>
              <a:t>Data Race виникає, коли: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1. Два або більше вказівників доступаються до тих самих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2. Принаймні один з них пише (змінює дані)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3. Немає синхронізації доступу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Результат: невизначена поведінка, баги, які важко відтворити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Правило Rust робить data race НЕМОЖЛИВИМ: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Багато читачів — OK (ніхто не змінює)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Один писець — OK (ніхто інший не читає)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Помилки data race в інших мовах знаходять місяцями. В Rust — компілятор знайде за секунди!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Приклад конфлікту borrowing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v = vec![1, 2, 3];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first = &amp;v[0];  // Іммутабельне посилання на перший елемент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v.push(4);  // ❌ ПОМИЛКА!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push потребує &amp;mut 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Але вже є &amp;v (через first)!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println!("Перший: {}", first);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47"/>
                </a:solidFill>
              </a:rPr>
              <a:t>Помилка компілятора: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error[E0502]: cannot borrow `v` as mutable because it is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also borrowed as immutable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--&gt; src/main.rs:5:5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|     let first = &amp;v[0];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                 - immutable borrow occurs here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|     v.push(4);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    ^^^^^^^^^ mutable borrow occurs here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Як виправити конфлікт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Рішення: завершити використання &amp;T перед &amp;mut T: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v = vec![1, 2, 3];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Спосіб 1: використати first ДО push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first = &amp;v[0];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println!("Перший: {}", first);  // Використали first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first більше не використовується (NLL)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v.push(4);  // ✓ OK тепер!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Спосіб 2: обмежити scope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first = &amp;v[0];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println!("Перший: {}", first);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// first виходить зі scope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v.push(4);  // ✓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NLL (Non-Lexical Lifetimes) — компілятор бачить, де посилання реально використовується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Dangling References — висячі посилання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Rust не дозволяє посиланню пережити дані, на які воно вказує: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dangle() -&gt; &amp;String {     // ❌ ПОМИЛКА!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&amp;s  // Повертаємо посилання на 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// s знищується тут!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Посилання вказує на "нічого"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Правильний варіант — повернути володіння: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no_dangle() -&gt; String {   // ✓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  // Передаємо володіння назовні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error[E0106]: missing lifetime specifier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 src/main.rs:1:16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| fn dangle() -&gt; &amp;String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^ expected named lifetime parameter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Практика з помилками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Вчимося читати повідомлення компілятора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Помилка 1: Use after move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s1);  // ❌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error[E0382]: borrow of moved value: `s1`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 src/main.rs:3:20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|     let s1 = String::from("hello");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-- move occurs because `s1` has type `String`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|     let s2 = s1;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-- value moved here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|     println!("{}", s1);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    ^^ value borrowed here after move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Рішення: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Варіант 1: Clone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s1.clone();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Варіант 2: Використати s2 замість s1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s2);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Помилка 2: Cannot borrow as mutable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s.push_str(" world");  // ❌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error[E0596]: cannot borrow `s` as mutable, as it is not declared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 mutable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 src/main.rs:2:1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| s.push_str(" world");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^ cannot borrow as mutable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Причина: s не оголошена як mut, але push_str потребує &amp;mut self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Рішення: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 = String::from("hello");  // Додати mut!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s.push_str(" world");  // ✓ OK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Помилка 3: Mutable + immutable borrow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&amp;s;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&amp;mut s;  // 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r1);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7772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error[E0502]: cannot borrow `s` as mutable because it is also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borrowed as immutable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|     let r1 = &amp;s;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-- immutable borrow occurs here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|     let r2 = &amp;mut 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^^^^^^ mutable borrow occurs here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Рішення: використати r1 до створення r2: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914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 = String::from("hello");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&amp;s;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r1);  // Використали r1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&amp;mut s;     // ✓ OK — r1 вже не потрібен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r2.push_str("!");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Практика: передача агента у функцію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Неправильно — забирає володіння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report_status(drone: Drone)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println!("Дрон {}: {}%", drone.id, drone.battery);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drone = Drone { id: 1, battery: 85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report_status(drone);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report_status(drone);  // ❌ drone вже moved!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Рішення: передавати посилання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46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report_status(drone: &amp;Drone) { /* ... */ }  // Позичаємо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report_status(&amp;drone);  // Передаємо посилання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report_status(&amp;drone);  // ✓ Можна знову!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Типові паттерни роботи з Ownership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1. Тільки читання — передавайте &amp;T: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print_info(drone: &amp;Drone) { ... 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2. Потрібно змінити — передавайте &amp;mut T: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charge(drone: &amp;mut Drone) { drone.battery = 100; 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86C0"/>
                </a:solidFill>
              </a:rPr>
              <a:t>3. Потрібен новий власник — передавайте T: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take_drone(drone: Drone) { ... }  // Забирає назавжди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4. Потрібна незалежна копія — використовуйте .clone():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backup = drone.clone();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Загальне правило: передавайте &amp;T за замовчуванням.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Використовуйте &amp;mut T коли треба змінювати.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Передавайте T тільки коли дійсно потрібна передача володіння.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1. Move semantics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Напишіть код, що демонструє move для String.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Виправте помилку двома способами: clone та посилання.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2. Copy types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Створіть структуру Point { x: f64, y: f64 } з derive(Copy, Clone).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Покажіть, що при присвоєнні копіюється.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3. Borrowing у функціях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Напишіть функції для Drone: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- get_battery(&amp;self) -&gt; u8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- set_battery(&amp;mut self, value: u8)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- destroy(self) — "споживає" дрон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4. Виправлення помилок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Дано код з 3 помилками ownership. Знайдіть та виправте.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Підсумок: Ownership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73152" cy="41148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961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D4D4"/>
                </a:solidFill>
              </a:rPr>
              <a:t>1. Кожне значення має власника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41148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D4D4"/>
                </a:solidFill>
              </a:rPr>
              <a:t>2. Тільки один власник одночасно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37360"/>
            <a:ext cx="73152" cy="41148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105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D4D4"/>
                </a:solidFill>
              </a:rPr>
              <a:t>3. Вихід зі scope → drop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</a:rPr>
              <a:t>Move vs Copy: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Copy типи (i32, f64, bool) — копіюються автоматично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Не-Copy типи (String, Vec) — переміщуються (move)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.clone() — явне глибоке копіювання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C0"/>
                </a:solidFill>
              </a:rPr>
              <a:t>Borrowing: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&amp;T — багато одночасно, тільки читання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&amp;mut T — тільки один, читання + запис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Підсумок: Borrowing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В будь-який момент можна мати АБО: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  • Будь-яку кількість &amp;T (іммутабельних посилань)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  • Рівно одне &amp;mut T (мутабельне посилання)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Ніколи обидва одночасно!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 правило запобігає: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Data races — гонки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Iterator invalidation — інвалідація ітераторів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Use after free — використання після звільнення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Dangling pointers — висячі вказівники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644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Компілятор — ваш друг! Він знаходить помилки ДО того,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як вони стануть багами у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Наступна лекція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C9B0"/>
                </a:solidFill>
              </a:rPr>
              <a:t>Enum та Pattern Matching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Що таке enum — більше ніж просто перелік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Варіанти enum з даними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Потужність match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Option&lt;T&gt; та Result&lt;T, E&gt; — детально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Машина станів агента БПЛА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Enum в Rust — це Algebraic Data Types (ADT).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Ідеальний інструмент для моделювання станів агента!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8444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422B"/>
                </a:solidFill>
              </a:rPr>
              <a:t>🦀 Дякую за увагу!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Ownership — Система володіння</dc:title>
  <dc:subject>PptxGenJS Presentation</dc:subject>
  <dc:creator>О. С. Бичков</dc:creator>
  <cp:lastModifiedBy>О. С. Бичков</cp:lastModifiedBy>
  <cp:revision>1</cp:revision>
  <dcterms:created xsi:type="dcterms:W3CDTF">2026-01-02T14:04:53Z</dcterms:created>
  <dcterms:modified xsi:type="dcterms:W3CDTF">2026-01-02T14:04:53Z</dcterms:modified>
</cp:coreProperties>
</file>