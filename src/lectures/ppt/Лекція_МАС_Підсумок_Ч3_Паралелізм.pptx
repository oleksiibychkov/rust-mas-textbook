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Підсумкова лекція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E422B"/>
                </a:solidFill>
              </a:rPr>
              <a:t>Паралелізм та асинхронність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Threads • Channels • async/await • Tokio • Streams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2194560"/>
            <a:ext cx="64008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28600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Як запустити 100 агентів паралельно?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Як забезпечити комунікацію без data races?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Як масштабуватись до 10,000+ агентів?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3 з 4: Паралелізм (Лекції 14-21)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Еволюція моделі паралелізму в МАС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Як запускати багато агентів?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Етап 1: Послідовне виконання (просто, але повільно)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for agent in agents { agent.update();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Проблема: 100 агентів × 10ms = 1 секунда на тік!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Етап 2: Потоки (threads) — справжній паралелізм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Кожен агент у своєму потоці → всі працюють одночасно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Проблема: потік = 1-8 MB стека. 1000 агентів = 8 GB RAM!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Етап 3: Async/await — легкі задачі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Кооперативна багатозадачність на кількох потоках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1 async task ≈ 1-10 KB. 100,000 агентів = сотні MB.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У реальній МАС: комбінація — CPU-bound на threads,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I/O-bound на async.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Threads: Що таке потік?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Потік (thread) — незалежний шлях виконання в програмі.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Кожен потік має: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Свій стек — локальні змінні ізольовані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Свій Program Counter — де зараз виконується код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Доступ до спільної пам'яті (heap) — тут потрібна синхронізація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Чому потоки для МАС?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Кожен агент — автономна сутність зі своїм циклом.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Природа агентів ПАРАЛЕЛЬНА: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Поки дрон A летить до waypoint,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дрон B сканує територію,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дрон C атакує ціль.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Потоки реалізують цю паралельність на hardware: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на 8-ядерному CPU — 8 агентів справді працюють ОДНОЧАСНО.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136392"/>
            <a:ext cx="804672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Ключова гарантія Rust: data race НЕМОЖЛИВИЙ!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Компілятор перевіряє доступ до спільних даних.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Threads: thread::spawn та move closure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thread::spawn створює новий потік.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move closure переміщує дані у потік (важливо для ownership!):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Запустити рій агентів у окремих потоках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spawn_fleet(count: usize) -&gt; Vec&lt;thread::JoinHandle&lt;()&gt;&gt;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(0..count)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.map(|id|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spawn повертає JoinHandle для контролю потоку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thread::spawn(move || {  // move переміщує id у потік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println!("Дрон {} активовано", 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Головний цикл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sense();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think();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act();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thread::sleep(Duration::from_millis(100));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Чекаємо завершення всіх потоків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handle in handles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handle.join().unwrap();  // join блокує до завершення потоку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53512"/>
            <a:ext cx="804672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Без move: closure позичає id через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→ помилка: id не живе достатньо довго!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З move: closure володіє копією id → все працює.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Channels: Філософія Message Passing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Два способи комунікації між потоками: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Shared State (спільна пам'ять)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Потоки читають/пишуть ту саму структуру.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Потрібна синхронізація: Mutex, RwLock.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Легко помилитись → deadlock, race conditions.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Message Passing (передача повідомлень)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Потоки обмінюються через канали.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Немає спільного стану → немає race conditions!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Кожен потік "володіє" своїми даними.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Золоте правило Go (актуальне і для Rust):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"Do not communicate by sharing memory;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share memory by communicating."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Для МАС: channels — РЕКОМЕНДОВАНИЙ підхід.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Агенти обмінюються повідомленнями як у реальному світі!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Channels: mpsc — Many Producers, Single Consumer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mpsc — ідеально для патерну "багато агентів → один координатор":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234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Створюємо канал: tx для відправки, rx для отримання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mpsc::channel::&lt;DroneReport&gt;();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Кожен агент отримує КЛОН відправника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id in 0..100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agent_tx = tx.clone();  // clone() — дозволяє багато відправників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Агент працює...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found_target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report = DroneReport { drone_id: id, target_pos: pos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agent_tx.send(report).unwrap();  // Надсилаємо в канал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drop(tx);  // Важливо: закриваємо оригінал, лишаються тільки клони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Координатор отримує ВСІ звіти через ОДИН rx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report in rx {  // Ітерація до закриття каналу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println!("Дрон {} знайшов ціль на {:?}", report.drone_id, report.target_pos);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process_report(report);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53512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tx.clone() — О(1), копіює лише вказівник + atomic increment.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Канал закривається коли ВСІ Sender знищені.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Channels: Типобезпечні повідомлення через enum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У МАС агенти надсилають РІЗНІ типи повідомлень.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enum гарантує обробку ВСІХ варіантів на етапі компіляції: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417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Всі типи повідомлень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AgentMessage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TargetFound { drone_id: u32, target: Target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StatusUpdate { drone_id: u32, pos: Position, battery: u8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BatteryLow { drone_id: u32, level: u8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MissionComplete { drone_id: u32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RequestBackup { drone_id: u32, urgency: u8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Координатор ЗОБОВ'ЯЗАНИЙ обробити всі варіанти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msg in rx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AgentMessage::TargetFound { drone_id, target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log::info!("Дрон {} виявив ціль", drone_id);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assign_attack_mission(target);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AgentMessage::BatteryLow { drone_id, level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log::warn!("Дрон {} — критичний заряд {}%", drone_id, level);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recall_drone(drone_id);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Компілятор вимагає обробити ВСІ варіанти!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 =&gt; { /* інші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Async: Проблема масштабування потоків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Проблема: потоки НЕ масштабуються до тисяч агентів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Кожен потік споживає: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1-8 MB стека (залежить від ОС)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Системні ресурси для scheduling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CPU час на context switch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Для 10,000 агентів: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Потоки: 10,000 × 2 MB = 20 GB RAM — НЕРЕАЛЬНО!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Context switches: мільйони на секунду — CPU перевантажений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Рішення: async/await — кооперативна багатозадачність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Async task — НЕ потік. Це легка структура даних (~1-10 KB).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Замість "один потік на агента" — "тисячі задач на кілька потоків".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10,000 async tasks × 10 KB = 100 MB — РЕАЛЬНО!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Async: Кооперативна багатозадачність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Як працює async/await?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async fn — функція що може "призупинитись" і віддати управління.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.await — точка де функція призупиняється, чекаючи результат.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Ключова відмінність від потоків: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Потоки — ВИТІСНЯЮЧА (preemptive) багатозадачність: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ОС вирішує коли перемикати потоки (примусово).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Потік може бути перерваний будь-де.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Async — КООПЕРАТИВНА багатозадачність: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Задача САМА вирішує коли віддати управління (.await).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Між точками await — гарантовано атомарне виконання.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Перевага async: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Легші перемикання (немає context switch ОС)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Менше накладних витрат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Більш передбачувана поведінка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Async: Future — обіцянка результату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async fn повертає Future — "обіцянку" майбутнього результату.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Future — це state machine: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Pending — ще не готово, треба чекати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Ready(value) — готово, ось результат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Важливо: Future НІЧОГО не робить поки не .await!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 fn повертає Future, НЕ виконується відразу!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scan_area(radius: f32) -&gt; Vec&lt;Target&gt;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Цей код виконається тільки коли Future буде 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tokio::time::sleep(Duration::from_secs(1)).await;  // Точка suspend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vec![Target::new()]  // Результат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Варіант 1: Створили Future, але НЕ запустили!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future = scan_area(100.0);  // Нічого не відбувається!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Варіант 2: await запускає виконання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targets = scan_area(100.0).await;  // Тепер виконується!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Варіант 3: spawn у окрему задачу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 = tokio::spawn(scan_area(100.0));  // Виконується паралельно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targets = handle.await.unwrap();  // Чекаємо результат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27832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Rust Futures — lazy! Вони виконуються тільки коли хтось "тягне".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Tokio: Async Runtime для Rust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Rust не має вбудованого async runtime.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Tokio — найпопулярніший runtime для production систем.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Що робить Tokio?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Executor — виконує async задачі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Scheduler — розподіляє задачі між потоками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I/O reactor — ефективний I/O через epoll/kqueue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Timer — таймери та sleep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Sync primitives — async-версії Mutex, channels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Tokio використовує work-stealing scheduler: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Кілька потоків (за замовчуванням = кількість CPU cores)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виконують тисячі легких задач, "крадучи" роботу один в одного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для балансування навантаження.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30632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  // Макрос ініціалізує runtime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Тепер можна використовувати 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Tokio: Запуск 10,000 агентів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tokio::spawn — створює нову async задачу (НЕ потік!):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234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Async канал (tokio версія)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(tx, mut rx) = mpsc::channel::&lt;DroneReport&gt;(1000);  // buffer = 1000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Запускаємо 10,000 агентів як async задачі!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id in 0..10_000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agent_tx = tx.clone();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tokio::spawn(async move {  // spawn створює легку задачу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Неблокуюче очікування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tokio::time::sleep(Duration::from_millis(100)).await;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Робота агента...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report = DroneReport { drone_id: id, /* ... */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_ = agent_tx.send(report).await;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drop(tx);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Координатор обробляє звіти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let Some(report) = rx.recv().await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process_report(report);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27832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10,000 задач працюють на ~8 потоках (CPU cores).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Це В 1000 разів ефективніше ніж 10,000 threads!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Tokio: select! — очікування кількох подій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Агент має реагувати на РІЗНІ події одночасно: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Команди від координатора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Тік таймера для оновлення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Shutdown сигнал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tokio::select! — чекає ПЕРШУ з кількох подій: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691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drone_agent(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commands: mpsc::Receiver&lt;Command&gt;,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shutdown: CancellationToken,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interval = tokio::time::interval(Duration::from_millis(100));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Команда від координатора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Some(cmd) = commands.recv()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handle_command(cmd).await;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Тік таймера — час оновити стан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 interval.tick()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sense_and_act().await;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Сигнал завершення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 shutdown.cancelled()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log::info!("Drone shutting down");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73552"/>
            <a:ext cx="8046720" cy="82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select! виконує ПЕРШИЙ готовий branch.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Інші branches скасовуються.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Async Channels: Різні типи для різних патернів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9202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Tokio надає кілька типів async каналів: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mpsc (multi-producer, single-consumer)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Багато агентів → один координатор.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Найчастіший патерн.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broadcast (single-producer, multi-consumer)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Один координатор → всі агенти.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Для подій: "Всім відступати!".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oneshot (one-shot, single value)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Request-Response патерн.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"Запит статусу" → "Відповідь".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watch (single value, latest only)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Для стану що постійно оновлюється.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Читач завжди бачить ОСТАННЄ значення.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53512"/>
            <a:ext cx="804672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mpsc — звіти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broadcast — events для всіх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oneshot — запит-відповідь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watch — поточний статус місії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Streams: Async ітератори для телеметрії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Stream — async версія Iterator.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Iterator: next() → Option&lt;T&gt;  (блокуюче)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Stream: poll_next() → Poll&lt;Option&lt;T&gt;&gt;  (async)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Ідеально для потокових даних: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Телеметрія від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Показання сенсорів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Логи подій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9659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tokio_stream::StreamExt;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Обробка телеметрії як Stream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process_telemetry(mut telemetry: impl Stream&lt;Item = Telemetry&gt;)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Stream комбінатори — як для Iterator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filtered = telemetry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.filter(|t| t.battery &lt; 20)  // Тільки низька батарея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.map(|t| Alert::LowBattery(t.drone_id));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Async iteration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let Some(alert) = filtered.next().await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notify_operator(alert).await;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Aggregation — batch processing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aggregated = telemetry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.chunks_timeout(100, Duration::from_secs(1))  // Batch по 100 або 1 сек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.map(|batch| aggregate_stats(&amp;batch));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8229600" cy="137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64992"/>
            <a:ext cx="8046720" cy="-9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Streams дозволяють обробляти потік даних реактивно.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Threads vs Async: Коли що використовувати?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7373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171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Критерій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Threads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Async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Тип задач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CPU-bound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I/O-bound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Масштаб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~1,000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~100,000+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Пам'ять на задачу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1-8 MB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1-10 KB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Parallelism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Справжній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Конкурентність*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Context switch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Дорогий (ОС)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Дешевий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Складність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Простіше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Складніше (futures)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Use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Обчислення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Очікування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770632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* Tokio multi-threaded runtime дає і parallelism теж!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У МАС зазвичай: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Async для агентів (багато очікування: команд, таймерів)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Threads для CPU-heavy задач (pathfinding, ML inference)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Rayon для data-parallelism (обробка батчів)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Підсумок: Паралелізм для МАС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Лекції 14-21 дали інструменти паралелізму: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Threads (Лекція 14)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Справжній паралелізм для CPU-bound задач.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thread::spawn, JoinHandle, move closure.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Channels (Лекції 16-17)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Message passing замість shared state.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mpsc: Many Producers → Single Consumer.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Типобезпечні повідомлення через enum.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async/await (Лекції 18-19)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Легкі задачі для масштабування до 100,000+.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Future, .await, кооперативна багатозадачність.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Tokio (Лекції 19-20)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Production-ready async runtime.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spawn, select!, async channels, timers.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Streams (Лекція 21)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Async ітератори для потокових даних.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Телеметрія, сенсори, aggregation.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4: Архітектури (Actor, ECS, BDI)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МАС Підсумок Частина 3</dc:title>
  <dc:subject>PptxGenJS Presentation</dc:subject>
  <dc:creator>О.С. Бичков</dc:creator>
  <cp:lastModifiedBy>О.С. Бичков</cp:lastModifiedBy>
  <cp:revision>1</cp:revision>
  <dcterms:created xsi:type="dcterms:W3CDTF">2026-01-02T20:49:11Z</dcterms:created>
  <dcterms:modified xsi:type="dcterms:W3CDTF">2026-01-02T20:49:11Z</dcterms:modified>
</cp:coreProperties>
</file>