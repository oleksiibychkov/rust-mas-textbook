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Enum та Pattern Matching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Додаткові пояснення та теорія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Лекція 4 — Частина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Теорія типів: що таке тип?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Тип — це МНОЖИНА можливих значень.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Приклади: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bool = { true, false }                    — 2 елементи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u8 = { 0, 1, 2, ..., 255 }                — 256 елементів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() = { () }                               — 1 елемент (unit)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! = { }                                   — 0 елементів (never)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Чому це важливо?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Правильний вибір типу = правильна множина станів.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Занадто багато станів = можливі недійсні комбінації.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Занадто мало = неможливо виразити потрібне.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Мета: тип повинен містити РІВНО стільки значень, скільки потрібно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Product Types (типи-добутки)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struct, tuple — комбінують типи через ДОБУТОК: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Скільки різних значень Point?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bool,  // 2 варіанти: true,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bool,  // 2 варіанти: true,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Відповідь: 2 × 2 = 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(true, true), (true, false), (false, true), (false, false)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Загальна формула: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|struct { a: A, b: B, c: C }| = |A| × |B| × |C|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RGB { r: u8, g: u8, b: u8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|RGB| = 256 × 256 × 256 = 16,777,216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Називається Product Type, бо кількість значень — ДОБУТОК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Sum Types (типи-суми)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enum — комбінує типи через СУМУ: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Скільки різних значень Answer?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Answer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Yes,    // 1 варіант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No,     // 1 варіант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Maybe,  // 1 варіант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Відповідь: 1 + 1 + 1 = 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Загальна формула: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|enum { A(X), B(Y), C(Z) }| = |X| + |Y| + |Z|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Data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Number(u8),     // 256 варіантів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Flag(bool),     // 2 варіанти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Empty,          // 1 варіант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|Data| = 256 + 2 + 1 = 259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Називається Sum Type, бо кількість значень — СУМА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Практичне значення: моделювання станів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5544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Product (struct) — погано: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idle: bool,     //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flying: bool,   // 2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charging: bool, //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× 2 × 2 = 8 комбінацій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Але валідних лише 3!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недійсних станів можливі!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Sum (enum) — добре: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      //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Flying,    //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Charging,  //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+ 1 + 1 = 3 значення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Рівно стільки, скільки потрібно!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Недійсні стани НЕМОЖЛИВІ!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Принцип: "Make illegal states unrepresentable"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Якщо тип дозволяє недійсні стани — рано чи пізно баг трапиться.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Якщо тип НЕ дозволяє недійсні стани — баг НЕМОЖЛИВИЙ.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Enum дозволяє точно виразити "один з N варіантів" — ідеально для станів!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Як Enum зберігається в пам'яті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Enum — це "tagged union" (тегований union):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Message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Quit,                    // варіант 0, без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{ x: i32, y: i32 }, // варіант 1, 8 байт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Write(String),           // варіант 2, 24 байти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Структура в пам'яті: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tag       │            payload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(1-8 байт)   │  (розмір найбільшого варіанту)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= 0: Quit   → payload не використовується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= 1: Move   → payload містить x: i32, y: i32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= 2: Write  → payload містить String (ptr, len, cap)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Розмір Message = tag(1-8) + payload(24) + вирівнювання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Option&lt;&amp;T&gt; — нульова вартість!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оптимізує Option для типів з "нішею" (неможливим значенням):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Посилання &amp;T НІКОЛИ не може бути null в Rust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Тому 0 — це "ніша", неможливе значення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Option&lt;&amp;T&gt; використовує цю нішу: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Some(&amp;value) → адреса (не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None         →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std::mem::size_of;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Обидва мають ОДНАКОВИЙ розмір!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assert_eq!(size_of::&lt;&amp;i32&gt;(), 8);           // 8 байт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assert_eq!(size_of::&lt;Option&lt;&amp;i32&gt;&gt;(), 8);   // теж 8 байт!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Порівняйте з Option&lt;i32&gt;: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assert_eq!(size_of::&lt;i32&gt;(), 4);            // 4 байти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assert_eq!(size_of::&lt;Option&lt;i32&gt;&gt;(), 8);    // 8 байт (tag + value)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Option&lt;&amp;T&gt;, Option&lt;Box&lt;T&gt;&gt;, Option&lt;NonZeroU32&gt; — без overhead!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Чому match, а не if?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enum не можна порівнювати через == напряму: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State { Idle, Flying, Charging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state = State::Flying;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derive(PartialEq):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state == State::Flying { }  // ❌ ПОМИЛКА!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завжди працює: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State::Flying =&gt; println!("Летимо!"),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if let: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State::Flying =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println!("Летимо!");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derive(PartialEq) можна і ==: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#[derive(PartialEq)]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State2 { Idle, Flying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state2 == State2::Flying { }  // ✓ OK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Exhaustiveness — захист від забутих варіантів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вимагає обробити ВСІ варіанти: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Day { Mon, Tue, Wed, Thu, Fri, Sat, Sun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is_weekend(day: Day) -&gt; bool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day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Day::Sat | Day::Sun =&gt;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Забули Mon-Fri!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error[E0004]: non-exhaustive patterns: `Mon`, `Tue`, `Wed` and 2 more not covered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Переваги exhaustiveness: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Додали новий варіант? Компілятор покаже ВСІ місця для оновлення!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Неможливо "забути" обробити випадок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_ vs явне перелічення варіантів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6459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_ ховає нові варіанти: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permission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Admin =&gt; do_admin(),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do_default(),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Додали Moderator...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 "проковтне" його тихо!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Баг не виявлений!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Явне — безпечніше: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permission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Admin =&gt; do_admin(),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=&gt; do_default(),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Guest =&gt; do_default(),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Додали Moderator...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Помилка компіляції!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Баг знайдено!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Правило: _ — тільки коли нові варіанти дійсно мають оброблятись однаково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Деструктуризація — витягування даних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match може "розпакувати" вкладені структури: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Request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 { url: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 { url: String, body: Vec&lt;u8&gt;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Put { url: String, body: Vec&lt;u8&gt;, headers: Vec&lt;(String, String)&gt;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handle(req: Request)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req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Витягуємо url, ігноруємо решту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Request::Get { url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println!("GET {}", url);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Витягуємо url і body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Request::Post { url, body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println!("POST {} ({} bytes)", url, body.len());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Витягуємо все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Request::Put { url, body, headers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println!("PUT {} ({} bytes, {} headers)",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url, body.len(), headers.len());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Option&lt;T&gt; — чому не просто null?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Порівняння з null в інших мовах: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name = getName();  // Може бути null!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len = name.length();  // NullPointerException? 🤷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Проблема: БУДЬ-ЯКЕ значення може бути null.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Компілятор не допомагає.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name: Option&lt;String&gt; = get_name();  // Явно Option!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len = name.len();  // ❌ ПОМИЛКА! Option&lt;String&gt; ≠ String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Потрібно явно обробити: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let Some(n) = name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let len = n.len();  // ✓ Тут n гарантовано не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Перевага: компілятор ЗМУШУЄ думати про None.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Result&lt;T, E&gt; — чому не просто exceptions?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Порівняння з винятками: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exceptions: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process() throws IOException {  // Може кинути!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readFile();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parseData();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saveResult();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Яка саме функція кинула? Де обробляти? Невидимо.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Result: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 process() -&gt; Result&lt;(), Error&gt;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read_file()?;     // Помилка? → return Err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parse_data()?;    // Помилка? → return Err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save_result()?;   // Помилка? → return Err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Ok(())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Кожен крок явно може повернути помилку.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? — явний пропуск помилки вгору.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Все видно в типах!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Комбінування Option та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 → Result: ok_or, ok_or_else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opt: Option&lt;i32&gt; = Some(42);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res: Result&lt;i32, &amp;str&gt; = opt.ok_or("Значення відсутнє");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→ Option: ok(), err()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res: Result&lt;i32, &amp;str&gt; = Ok(42);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opt: Option&lt;i32&gt; = res.ok();  // Some(42)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Транспонування: Option&lt;Result&lt;T,E&gt;&gt; ↔ Result&lt;Option&lt;T&gt;,E&gt;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opt_res: Option&lt;Result&lt;i32, &amp;str&gt;&gt; = Some(Ok(42));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res_opt: Result&lt;Option&lt;i32&gt;, &amp;str&gt; = opt_res.transpose();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res_opt == Ok(Some(42))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Ланцюжок операцій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get_user_age(id: u32) -&gt; Option&lt;Result&lt;u8, DbError&gt;&gt;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get_user(id)?              // Option: None → return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.get_profile()?        // Option: None → return None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.get_age()             // Result: Err → залишаємо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Машина станів: чому enum ідеальний?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Машина станів (FSM) потребує: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1. Один активний стан       → enum: тільки один варіант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2. Скінченну множину станів → enum: перелічені варіанти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3. Дані, специфічні для стану → enum: дані у варіантах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4. Правила переходів         → match: обробка (стан, подія)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enum OrderState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Created,                           // Щойно створено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Paid { transaction_id: String },   // Оплачено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Shipped { tracking: String },      // Відправлено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Delivered { signed_by: String },   // Доставлено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Cancelled { reason: String },      // Скасовано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Неможливі ситуації (дійсно неможливі!):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Оплачено І скасовано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Відправлено без transaction_id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Delivered без tracking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Ключові ідеї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Типи — множини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Правильний тип = правильна множина станів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Sum vs Product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12801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enum (сума) для "один з", struct (добуток) для "всі разом"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91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Illegal states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Make illegal states unrepresentable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Tagged union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1031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Enum = tag + payload найбільшого варіанту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14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Exhaustiveness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25146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Компілятор перевіряє обробку всіх варіантів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26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Option замість null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292608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Явна обробка відсутності, не сюрприз в runtime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37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9B0"/>
                </a:solidFill>
              </a:rPr>
              <a:t>Result замість exceptions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3337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Помилки — значення, видимі в типах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Enum — один з найпотужніших інструментів Rust!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Enum — Додаткові пояснення</dc:title>
  <dc:subject>PptxGenJS Presentation</dc:subject>
  <dc:creator>PptxGenJS</dc:creator>
  <cp:lastModifiedBy>PptxGenJS</cp:lastModifiedBy>
  <cp:revision>1</cp:revision>
  <dcterms:created xsi:type="dcterms:W3CDTF">2026-01-02T14:31:54Z</dcterms:created>
  <dcterms:modified xsi:type="dcterms:W3CDTF">2026-01-02T14:31:54Z</dcterms:modified>
</cp:coreProperties>
</file>